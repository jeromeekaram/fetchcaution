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18"/>
  </p:notesMasterIdLst>
  <p:handoutMasterIdLst>
    <p:handoutMasterId r:id="rId19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68" r:id="rId12"/>
    <p:sldId id="969" r:id="rId13"/>
    <p:sldId id="970" r:id="rId14"/>
    <p:sldId id="960" r:id="rId15"/>
    <p:sldId id="961" r:id="rId16"/>
    <p:sldId id="840" r:id="rId17"/>
  </p:sldIdLst>
  <p:sldSz cx="9144000" cy="5715000" type="screen16x10"/>
  <p:notesSz cx="6797675" cy="9926638"/>
  <p:custDataLst>
    <p:tags r:id="rId20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10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3/PW1000G-77445-19156-00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EXTRACT Cautions FROM ENGINE MANUAL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18-August-26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141589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Background and Objective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5-6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8-9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10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11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72-51</a:t>
            </a: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042087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Extract Cautions From Engine Manual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67DC2-4835-3BB5-8E85-37F94A633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C374F-6078-6C1D-7450-98C1E669D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AF4C9-4EC5-A3F1-7353-9590EF6733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B26C1-6061-6024-8062-EF492BD0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1DECADAB-4846-C761-6AE6-5B0D3D13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E29002A-33EF-9FDA-6F20-A3ED5CC20678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6CB02-F1A4-C4C6-321D-7F573E8D4186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E4620103-A586-70CE-E30D-A01702303F6C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11A494-7B2A-9E4F-D8E2-717F56AC22C8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CFFDB85-CFC1-DB57-131F-901ABCDAC914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F2477A-37D0-5C94-CF69-6AC03E684ABB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099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C30D0-07E0-3C53-56C6-57FA03F3C0D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0843F-D45B-A9A3-C1D4-21AD8C2C6377}"/>
              </a:ext>
            </a:extLst>
          </p:cNvPr>
          <p:cNvSpPr txBox="1"/>
          <p:nvPr/>
        </p:nvSpPr>
        <p:spPr>
          <a:xfrm>
            <a:off x="162839" y="629229"/>
            <a:ext cx="9144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Module Selection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Module Type drop-down list allows the user to select the Engine Manual document from which cautions will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Available options: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72-31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72-51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Select the appropriate manual type before entering the Engine Manual link.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/>
              <a:t>2. Engine Manual Link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Engine Manual Link field is used to enter the URL of the module page from which cautions need to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http://127.0.0.1:8000/PW1000G-77445-19453-00/PW1000G-77445-15653-00.html                    (EM_CIR)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http://127.0.0.1:8001/PW1000G-77445-19453-00/PW1000G-77445-16992-00.html                    (EM)</a:t>
            </a:r>
          </a:p>
          <a:p>
            <a:r>
              <a:rPr lang="en-US" dirty="0">
                <a:solidFill>
                  <a:srgbClr val="00B0F0"/>
                </a:solidFill>
              </a:rPr>
              <a:t>http://127.0.0.1:8002/PW1000G-77445-19155-00/                                                                                                     (SP_CIR_72_35)</a:t>
            </a:r>
          </a:p>
          <a:p>
            <a:r>
              <a:rPr lang="en-US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http://127.0.0.1:8003/PW1000G-77445-19156-00/</a:t>
            </a:r>
            <a:r>
              <a:rPr lang="en-US" dirty="0">
                <a:solidFill>
                  <a:srgbClr val="00B0F0"/>
                </a:solidFill>
              </a:rPr>
              <a:t>                                                                                                     (SP_CIR_72_51)</a:t>
            </a:r>
          </a:p>
          <a:p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B4BED2CD-EDBB-8546-8A39-C0464029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378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FB500-BDE9-AF4D-7E46-5542A0782CE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9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6E202-FDEB-9DFD-B5F1-B56151B9E1B4}"/>
              </a:ext>
            </a:extLst>
          </p:cNvPr>
          <p:cNvSpPr txBox="1"/>
          <p:nvPr/>
        </p:nvSpPr>
        <p:spPr>
          <a:xfrm>
            <a:off x="363538" y="700413"/>
            <a:ext cx="844225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Ensure that the Engine Manual link corresponds to the module type selected in the drop-down list.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NOTE</a:t>
            </a:r>
            <a:r>
              <a:rPr lang="en-US" dirty="0">
                <a:solidFill>
                  <a:srgbClr val="00B0F0"/>
                </a:solidFill>
              </a:rPr>
              <a:t> :  The port numbers may change</a:t>
            </a:r>
            <a:endParaRPr lang="en-US" b="1" dirty="0"/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400" b="1" dirty="0"/>
              <a:t>3. Output Location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Output location specifies the path where the extracted caution report will be generated.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Users may enter the full file path or browse to the desired location.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 rtl="0">
              <a:buNone/>
            </a:pPr>
            <a:r>
              <a:rPr lang="en-US" dirty="0">
                <a:solidFill>
                  <a:srgbClr val="00B0F0"/>
                </a:solidFill>
              </a:rPr>
              <a:t>D:\Reports\CautionList.xlsx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sz="14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 dirty="0"/>
              <a:t>4. Fetch Cautions Button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Click Fetch Cautions to begin the extraction process.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tool will: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Open the specified page in the background.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Scan the Engine Manual Page for caution statements.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Extract all identified cautions.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Generate the report at the specified location.</a:t>
            </a:r>
          </a:p>
        </p:txBody>
      </p:sp>
    </p:spTree>
    <p:extLst>
      <p:ext uri="{BB962C8B-B14F-4D97-AF65-F5344CB8AC3E}">
        <p14:creationId xmlns:p14="http://schemas.microsoft.com/office/powerpoint/2010/main" val="1365765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798E23-871F-5153-9BE6-B3494B5BD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81" y="2455781"/>
            <a:ext cx="8354860" cy="285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1544</TotalTime>
  <Words>445</Words>
  <Application>Microsoft Office PowerPoint</Application>
  <PresentationFormat>On-screen Show (16:10)</PresentationFormat>
  <Paragraphs>127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Courier New</vt:lpstr>
      <vt:lpstr>Cyient Medium</vt:lpstr>
      <vt:lpstr>Effra</vt:lpstr>
      <vt:lpstr>Lucida Grande</vt:lpstr>
      <vt:lpstr>Cyient_PPT_V1</vt:lpstr>
      <vt:lpstr>1_Cyient_PPT_V1</vt:lpstr>
      <vt:lpstr>EXTRACT Cautions FROM ENGINE MANUAL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Tool functionality</vt:lpstr>
      <vt:lpstr>PowerPoint Presentation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351</cp:revision>
  <cp:lastPrinted>2014-03-03T14:48:47Z</cp:lastPrinted>
  <dcterms:created xsi:type="dcterms:W3CDTF">2016-01-05T09:59:59Z</dcterms:created>
  <dcterms:modified xsi:type="dcterms:W3CDTF">2026-08-19T04:43:39Z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
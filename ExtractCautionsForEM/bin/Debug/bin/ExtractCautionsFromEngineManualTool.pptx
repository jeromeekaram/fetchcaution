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812" r:id="rId5"/>
  </p:sldMasterIdLst>
  <p:notesMasterIdLst>
    <p:notesMasterId r:id="rId22"/>
  </p:notesMasterIdLst>
  <p:handoutMasterIdLst>
    <p:handoutMasterId r:id="rId23"/>
  </p:handoutMasterIdLst>
  <p:sldIdLst>
    <p:sldId id="342" r:id="rId6"/>
    <p:sldId id="938" r:id="rId7"/>
    <p:sldId id="930" r:id="rId8"/>
    <p:sldId id="964" r:id="rId9"/>
    <p:sldId id="928" r:id="rId10"/>
    <p:sldId id="966" r:id="rId11"/>
    <p:sldId id="972" r:id="rId12"/>
    <p:sldId id="969" r:id="rId13"/>
    <p:sldId id="973" r:id="rId14"/>
    <p:sldId id="974" r:id="rId15"/>
    <p:sldId id="975" r:id="rId16"/>
    <p:sldId id="976" r:id="rId17"/>
    <p:sldId id="970" r:id="rId18"/>
    <p:sldId id="960" r:id="rId19"/>
    <p:sldId id="961" r:id="rId20"/>
    <p:sldId id="840" r:id="rId21"/>
  </p:sldIdLst>
  <p:sldSz cx="9144000" cy="5715000" type="screen16x10"/>
  <p:notesSz cx="6797675" cy="9926638"/>
  <p:custDataLst>
    <p:tags r:id="rId24"/>
  </p:custDataLst>
  <p:defaultTextStyle>
    <a:defPPr>
      <a:defRPr lang="en-US"/>
    </a:defPPr>
    <a:lvl1pPr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1pPr>
    <a:lvl2pPr marL="355600" indent="101600"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2pPr>
    <a:lvl3pPr marL="712788" indent="201613"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3pPr>
    <a:lvl4pPr marL="1068388" indent="303213"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4pPr>
    <a:lvl5pPr marL="1425575" indent="403225"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888">
          <p15:clr>
            <a:srgbClr val="A4A3A4"/>
          </p15:clr>
        </p15:guide>
        <p15:guide id="4" orient="horz" pos="3120">
          <p15:clr>
            <a:srgbClr val="A4A3A4"/>
          </p15:clr>
        </p15:guide>
        <p15:guide id="5" orient="horz" pos="432">
          <p15:clr>
            <a:srgbClr val="A4A3A4"/>
          </p15:clr>
        </p15:guide>
        <p15:guide id="6" orient="horz" pos="1891">
          <p15:clr>
            <a:srgbClr val="A4A3A4"/>
          </p15:clr>
        </p15:guide>
        <p15:guide id="7" orient="horz" pos="2760">
          <p15:clr>
            <a:srgbClr val="A4A3A4"/>
          </p15:clr>
        </p15:guide>
        <p15:guide id="8" pos="2812">
          <p15:clr>
            <a:srgbClr val="A4A3A4"/>
          </p15:clr>
        </p15:guide>
        <p15:guide id="9" pos="360">
          <p15:clr>
            <a:srgbClr val="A4A3A4"/>
          </p15:clr>
        </p15:guide>
        <p15:guide id="10" pos="4440">
          <p15:clr>
            <a:srgbClr val="A4A3A4"/>
          </p15:clr>
        </p15:guide>
        <p15:guide id="11" pos="2424">
          <p15:clr>
            <a:srgbClr val="A4A3A4"/>
          </p15:clr>
        </p15:guide>
        <p15:guide id="12" pos="29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CA7"/>
    <a:srgbClr val="002060"/>
    <a:srgbClr val="53565A"/>
    <a:srgbClr val="7F7F7F"/>
    <a:srgbClr val="0066FF"/>
    <a:srgbClr val="FFFFFF"/>
    <a:srgbClr val="00757D"/>
    <a:srgbClr val="D9D9D9"/>
    <a:srgbClr val="E7EF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3721" autoAdjust="0"/>
  </p:normalViewPr>
  <p:slideViewPr>
    <p:cSldViewPr snapToGrid="0">
      <p:cViewPr varScale="1">
        <p:scale>
          <a:sx n="77" d="100"/>
          <a:sy n="77" d="100"/>
        </p:scale>
        <p:origin x="1230" y="78"/>
      </p:cViewPr>
      <p:guideLst>
        <p:guide orient="horz" pos="1536"/>
        <p:guide orient="horz" pos="1008"/>
        <p:guide orient="horz" pos="888"/>
        <p:guide orient="horz" pos="3120"/>
        <p:guide orient="horz" pos="432"/>
        <p:guide orient="horz" pos="1891"/>
        <p:guide orient="horz" pos="2760"/>
        <p:guide pos="2812"/>
        <p:guide pos="360"/>
        <p:guide pos="4440"/>
        <p:guide pos="2424"/>
        <p:guide pos="29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0" d="100"/>
        <a:sy n="16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0986C9F-7EA9-4872-B4CB-A703B8C0F220}" type="datetimeFigureOut">
              <a:rPr lang="en-US"/>
              <a:pPr>
                <a:defRPr/>
              </a:pPr>
              <a:t>8/24/2026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A4894E05-76AD-44AA-AA1C-297880C243E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27049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E105C9E7-A95E-4488-8E57-42BCF09FF3D7}" type="datetimeFigureOut">
              <a:rPr lang="en-US"/>
              <a:pPr>
                <a:defRPr/>
              </a:pPr>
              <a:t>8/24/2026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4538"/>
            <a:ext cx="59563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32B34421-655C-4564-82BB-49845E235FC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38229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altLang="en-US" dirty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fld id="{5786E1A6-9376-43E6-A58F-AA43E4058360}" type="slidenum">
              <a:rPr lang="en-GB" altLang="en-US" sz="1200">
                <a:latin typeface="Arial" panose="020B0604020202020204" pitchFamily="34" charset="0"/>
              </a:rPr>
              <a:pPr/>
              <a:t>1</a:t>
            </a:fld>
            <a:endParaRPr lang="en-GB" altLang="en-US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259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0776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4999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49990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012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2257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7259" y="0"/>
            <a:ext cx="9136745" cy="5747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3392488" y="2303463"/>
            <a:ext cx="5341937" cy="253206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6"/>
          <p:cNvSpPr>
            <a:spLocks noChangeArrowheads="1"/>
          </p:cNvSpPr>
          <p:nvPr userDrawn="1"/>
        </p:nvSpPr>
        <p:spPr bwMode="auto">
          <a:xfrm>
            <a:off x="3200400" y="5018088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 userDrawn="1"/>
        </p:nvSpPr>
        <p:spPr bwMode="auto">
          <a:xfrm>
            <a:off x="8851900" y="2054225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 userDrawn="1"/>
        </p:nvSpPr>
        <p:spPr bwMode="auto">
          <a:xfrm>
            <a:off x="8864600" y="5021263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9" name="Oval 8"/>
          <p:cNvSpPr>
            <a:spLocks noChangeArrowheads="1"/>
          </p:cNvSpPr>
          <p:nvPr userDrawn="1"/>
        </p:nvSpPr>
        <p:spPr bwMode="auto">
          <a:xfrm>
            <a:off x="3197225" y="2052638"/>
            <a:ext cx="71438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grpSp>
        <p:nvGrpSpPr>
          <p:cNvPr id="10" name="Group 12"/>
          <p:cNvGrpSpPr>
            <a:grpSpLocks/>
          </p:cNvGrpSpPr>
          <p:nvPr userDrawn="1"/>
        </p:nvGrpSpPr>
        <p:grpSpPr bwMode="auto">
          <a:xfrm>
            <a:off x="239713" y="286935"/>
            <a:ext cx="1541462" cy="265113"/>
            <a:chOff x="239939" y="523892"/>
            <a:chExt cx="1541887" cy="264640"/>
          </a:xfrm>
          <a:solidFill>
            <a:schemeClr val="bg1"/>
          </a:solidFill>
        </p:grpSpPr>
        <p:grpSp>
          <p:nvGrpSpPr>
            <p:cNvPr id="11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  <a:grpFill/>
          </p:grpSpPr>
          <p:sp>
            <p:nvSpPr>
              <p:cNvPr id="13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4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7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7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7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7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0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7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21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FFFFFF"/>
                </a:solidFill>
              </a:rPr>
              <a:t>CYIENT © 2023 CONFIDENTIAL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3593758" y="2503715"/>
            <a:ext cx="4974447" cy="1378970"/>
          </a:xfrm>
          <a:prstGeom prst="rect">
            <a:avLst/>
          </a:prstGeom>
        </p:spPr>
        <p:txBody>
          <a:bodyPr tIns="36000"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chemeClr val="bg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3592201" y="3860018"/>
            <a:ext cx="4976004" cy="70008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3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fld id="{1B065AB9-3768-4067-9CE0-3287E6D7862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2688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00A5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3075" y="1068388"/>
            <a:ext cx="7475538" cy="3459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292100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8070850" y="8032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8070850" y="4721225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1" name="Oval 6"/>
          <p:cNvSpPr>
            <a:spLocks noChangeArrowheads="1"/>
          </p:cNvSpPr>
          <p:nvPr userDrawn="1"/>
        </p:nvSpPr>
        <p:spPr bwMode="auto">
          <a:xfrm>
            <a:off x="288925" y="812800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</a:rPr>
              <a:t>CYIENT © 2018  CONFIDENTIAL</a:t>
            </a:r>
          </a:p>
        </p:txBody>
      </p:sp>
      <p:sp>
        <p:nvSpPr>
          <p:cNvPr id="13" name="Date Placeholder 3"/>
          <p:cNvSpPr txBox="1">
            <a:spLocks/>
          </p:cNvSpPr>
          <p:nvPr userDrawn="1"/>
        </p:nvSpPr>
        <p:spPr>
          <a:xfrm>
            <a:off x="5073650" y="5392106"/>
            <a:ext cx="1779588" cy="110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2021-11-11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19138" y="1336807"/>
            <a:ext cx="6912408" cy="14017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00A5DF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8" y="2862394"/>
            <a:ext cx="6923954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A5D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4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5B608B32-9D53-4AC7-BC55-4D029446934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5490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879975" y="2371725"/>
            <a:ext cx="3857625" cy="2609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 sz="1600" dirty="0">
              <a:solidFill>
                <a:srgbClr val="000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Oval 8"/>
          <p:cNvSpPr>
            <a:spLocks noChangeArrowheads="1"/>
          </p:cNvSpPr>
          <p:nvPr userDrawn="1"/>
        </p:nvSpPr>
        <p:spPr bwMode="auto">
          <a:xfrm>
            <a:off x="8842375" y="21209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6" name="Oval 6"/>
          <p:cNvSpPr>
            <a:spLocks noChangeArrowheads="1"/>
          </p:cNvSpPr>
          <p:nvPr userDrawn="1"/>
        </p:nvSpPr>
        <p:spPr bwMode="auto">
          <a:xfrm>
            <a:off x="4687888" y="5164138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7" name="Oval 9"/>
          <p:cNvSpPr>
            <a:spLocks noChangeArrowheads="1"/>
          </p:cNvSpPr>
          <p:nvPr userDrawn="1"/>
        </p:nvSpPr>
        <p:spPr bwMode="auto">
          <a:xfrm>
            <a:off x="8842375" y="51689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8" name="Oval 8"/>
          <p:cNvSpPr>
            <a:spLocks noChangeArrowheads="1"/>
          </p:cNvSpPr>
          <p:nvPr userDrawn="1"/>
        </p:nvSpPr>
        <p:spPr bwMode="auto">
          <a:xfrm>
            <a:off x="4694238" y="2116138"/>
            <a:ext cx="73025" cy="71437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10" name="Date Placeholder 3"/>
          <p:cNvSpPr txBox="1">
            <a:spLocks/>
          </p:cNvSpPr>
          <p:nvPr userDrawn="1"/>
        </p:nvSpPr>
        <p:spPr>
          <a:xfrm>
            <a:off x="5073650" y="5392106"/>
            <a:ext cx="1779588" cy="110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b="0" kern="1200" dirty="0">
                <a:solidFill>
                  <a:srgbClr val="53565A"/>
                </a:solidFill>
                <a:effectLst/>
                <a:latin typeface="+mn-lt"/>
                <a:ea typeface="+mn-ea"/>
                <a:cs typeface="+mn-cs"/>
              </a:rPr>
              <a:t>2021-09-2016 </a:t>
            </a:r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72" name="Title 5"/>
          <p:cNvSpPr>
            <a:spLocks noGrp="1"/>
          </p:cNvSpPr>
          <p:nvPr>
            <p:ph type="title"/>
          </p:nvPr>
        </p:nvSpPr>
        <p:spPr>
          <a:xfrm>
            <a:off x="5141439" y="2640460"/>
            <a:ext cx="3375318" cy="98488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800" b="0">
                <a:solidFill>
                  <a:srgbClr val="FFFFFF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3" name="Subtitle 2"/>
          <p:cNvSpPr>
            <a:spLocks noGrp="1"/>
          </p:cNvSpPr>
          <p:nvPr>
            <p:ph type="subTitle" idx="1"/>
          </p:nvPr>
        </p:nvSpPr>
        <p:spPr>
          <a:xfrm>
            <a:off x="5141440" y="3893957"/>
            <a:ext cx="3375318" cy="4985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E1E1A7A7-DB25-4486-8AED-FFF528A4CB4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83847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54836" y="1620623"/>
            <a:ext cx="8001963" cy="3348406"/>
          </a:xfrm>
        </p:spPr>
        <p:txBody>
          <a:bodyPr>
            <a:noAutofit/>
          </a:bodyPr>
          <a:lstStyle>
            <a:lvl1pPr>
              <a:defRPr sz="1800">
                <a:solidFill>
                  <a:srgbClr val="00A5DF"/>
                </a:solidFill>
              </a:defRPr>
            </a:lvl1pPr>
            <a:lvl2pPr>
              <a:defRPr sz="1800">
                <a:solidFill>
                  <a:srgbClr val="00A5DF"/>
                </a:solidFill>
              </a:defRPr>
            </a:lvl2pPr>
            <a:lvl3pPr>
              <a:defRPr sz="1800">
                <a:solidFill>
                  <a:srgbClr val="00A5DF"/>
                </a:solidFill>
              </a:defRPr>
            </a:lvl3pPr>
            <a:lvl4pPr>
              <a:defRPr sz="1800">
                <a:solidFill>
                  <a:srgbClr val="00A5DF"/>
                </a:solidFill>
              </a:defRPr>
            </a:lvl4pPr>
            <a:lvl5pPr>
              <a:defRPr sz="1800"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54867" y="735186"/>
            <a:ext cx="8001934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8A4A04CF-1BC9-4C63-AE06-A38D4D08020F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2023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808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5073650" y="5392106"/>
            <a:ext cx="1779588" cy="110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b="0" kern="1200" dirty="0">
                <a:solidFill>
                  <a:srgbClr val="53565A"/>
                </a:solidFill>
                <a:effectLst/>
                <a:latin typeface="+mn-lt"/>
                <a:ea typeface="+mn-ea"/>
                <a:cs typeface="+mn-cs"/>
              </a:rPr>
              <a:t>2021-11-11 </a:t>
            </a:r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209" y="1644499"/>
            <a:ext cx="3831488" cy="3312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72917" y="735186"/>
            <a:ext cx="7946893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6"/>
          </p:nvPr>
        </p:nvSpPr>
        <p:spPr>
          <a:xfrm>
            <a:off x="4688321" y="1644499"/>
            <a:ext cx="3831488" cy="3312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18"/>
          <p:cNvSpPr>
            <a:spLocks noGrp="1"/>
          </p:cNvSpPr>
          <p:nvPr>
            <p:ph type="sldNum" sz="quarter" idx="17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9849CEDC-4B60-4080-A82C-5B9A418A910C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117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14" name="Oval 6"/>
          <p:cNvSpPr>
            <a:spLocks noChangeArrowheads="1"/>
          </p:cNvSpPr>
          <p:nvPr userDrawn="1"/>
        </p:nvSpPr>
        <p:spPr bwMode="auto">
          <a:xfrm>
            <a:off x="1076325" y="50641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5" name="Oval 8"/>
          <p:cNvSpPr>
            <a:spLocks noChangeArrowheads="1"/>
          </p:cNvSpPr>
          <p:nvPr userDrawn="1"/>
        </p:nvSpPr>
        <p:spPr bwMode="auto">
          <a:xfrm>
            <a:off x="8710613" y="37941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9"/>
          <p:cNvSpPr>
            <a:spLocks noChangeArrowheads="1"/>
          </p:cNvSpPr>
          <p:nvPr userDrawn="1"/>
        </p:nvSpPr>
        <p:spPr bwMode="auto">
          <a:xfrm>
            <a:off x="8720138" y="50641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7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sz="half" idx="16"/>
          </p:nvPr>
        </p:nvSpPr>
        <p:spPr>
          <a:xfrm>
            <a:off x="5104379" y="1800194"/>
            <a:ext cx="3198091" cy="2835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7"/>
          </p:nvPr>
        </p:nvSpPr>
        <p:spPr>
          <a:xfrm>
            <a:off x="1594449" y="1800194"/>
            <a:ext cx="3191142" cy="2835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1593556" y="883147"/>
            <a:ext cx="6704320" cy="681374"/>
          </a:xfr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21" name="Slide Number Placeholder 18"/>
          <p:cNvSpPr>
            <a:spLocks noGrp="1"/>
          </p:cNvSpPr>
          <p:nvPr>
            <p:ph type="sldNum" sz="quarter" idx="18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F3646F39-BE8D-4B10-81A9-93EEF1C77B4C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2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98303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14" name="Oval 6"/>
          <p:cNvSpPr>
            <a:spLocks noChangeArrowheads="1"/>
          </p:cNvSpPr>
          <p:nvPr userDrawn="1"/>
        </p:nvSpPr>
        <p:spPr bwMode="auto">
          <a:xfrm>
            <a:off x="1076325" y="50641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5" name="Oval 8"/>
          <p:cNvSpPr>
            <a:spLocks noChangeArrowheads="1"/>
          </p:cNvSpPr>
          <p:nvPr userDrawn="1"/>
        </p:nvSpPr>
        <p:spPr bwMode="auto">
          <a:xfrm>
            <a:off x="8710613" y="37941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9"/>
          <p:cNvSpPr>
            <a:spLocks noChangeArrowheads="1"/>
          </p:cNvSpPr>
          <p:nvPr userDrawn="1"/>
        </p:nvSpPr>
        <p:spPr bwMode="auto">
          <a:xfrm>
            <a:off x="8720138" y="50641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grpSp>
        <p:nvGrpSpPr>
          <p:cNvPr id="17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18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21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2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4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5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7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8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30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139029" y="870237"/>
            <a:ext cx="3213616" cy="110980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A5DF"/>
                </a:solidFill>
                <a:latin typeface="Effra"/>
                <a:cs typeface="Effra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00909" y="870151"/>
            <a:ext cx="3457864" cy="3788440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3" name="Content Placeholder 2"/>
          <p:cNvSpPr>
            <a:spLocks noGrp="1"/>
          </p:cNvSpPr>
          <p:nvPr>
            <p:ph sz="half" idx="13"/>
          </p:nvPr>
        </p:nvSpPr>
        <p:spPr>
          <a:xfrm>
            <a:off x="5137943" y="2135909"/>
            <a:ext cx="3215195" cy="25053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2F592272-C947-42CD-8D97-6D5C77A2E7A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3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25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0670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572918" y="735186"/>
            <a:ext cx="7959222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6"/>
          </p:nvPr>
        </p:nvSpPr>
        <p:spPr>
          <a:xfrm>
            <a:off x="3305528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7"/>
          </p:nvPr>
        </p:nvSpPr>
        <p:spPr>
          <a:xfrm>
            <a:off x="6018059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18"/>
          <p:cNvSpPr>
            <a:spLocks noGrp="1"/>
          </p:cNvSpPr>
          <p:nvPr>
            <p:ph type="sldNum" sz="quarter" idx="18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53EDC2BA-DCCB-4CE4-BFDF-3E54A4CA16A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9909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30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58046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585247" y="735185"/>
            <a:ext cx="7946893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9"/>
          </p:nvPr>
        </p:nvSpPr>
        <p:spPr>
          <a:xfrm>
            <a:off x="327050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328066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21"/>
          </p:nvPr>
        </p:nvSpPr>
        <p:spPr>
          <a:xfrm>
            <a:off x="599536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00552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12" name="Slide Number Placeholder 18"/>
          <p:cNvSpPr>
            <a:spLocks noGrp="1"/>
          </p:cNvSpPr>
          <p:nvPr>
            <p:ph type="sldNum" sz="quarter" idx="23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F08E2CFC-5127-4DA8-BF86-4B439CBAD0BF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9299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85245" y="747515"/>
            <a:ext cx="7946895" cy="4184524"/>
          </a:xfrm>
        </p:spPr>
        <p:txBody>
          <a:bodyPr/>
          <a:lstStyle>
            <a:lvl1pPr>
              <a:defRPr sz="4500">
                <a:latin typeface="Cyient Medium"/>
                <a:cs typeface="Cyient Medium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25E3F4D7-673F-48AF-A228-F520965DCDE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9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63722" y="1639903"/>
            <a:ext cx="7968417" cy="3329126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2918" y="735186"/>
            <a:ext cx="7959807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7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F8F401BB-24F7-48D3-A5B1-50F53545D77D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4608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89276" y="752136"/>
            <a:ext cx="7942864" cy="4192233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2DCEDE38-717F-484B-92C6-1619BD9ACFD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30944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4703" y="742755"/>
            <a:ext cx="7957437" cy="681374"/>
          </a:xfr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38739D58-2D74-49D8-BEBC-9E45DD91377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81295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 userDrawn="1"/>
        </p:nvSpPr>
        <p:spPr bwMode="auto">
          <a:xfrm>
            <a:off x="160338" y="54070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3" name="Oval 7"/>
          <p:cNvSpPr>
            <a:spLocks noChangeArrowheads="1"/>
          </p:cNvSpPr>
          <p:nvPr userDrawn="1"/>
        </p:nvSpPr>
        <p:spPr bwMode="auto">
          <a:xfrm>
            <a:off x="165100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4" name="Oval 8"/>
          <p:cNvSpPr>
            <a:spLocks noChangeArrowheads="1"/>
          </p:cNvSpPr>
          <p:nvPr userDrawn="1"/>
        </p:nvSpPr>
        <p:spPr bwMode="auto">
          <a:xfrm>
            <a:off x="8893175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5" name="Oval 9"/>
          <p:cNvSpPr>
            <a:spLocks noChangeArrowheads="1"/>
          </p:cNvSpPr>
          <p:nvPr userDrawn="1"/>
        </p:nvSpPr>
        <p:spPr bwMode="auto">
          <a:xfrm>
            <a:off x="8890000" y="54070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6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8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5DAA1784-FDD9-4DC3-B96F-3397914AD83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148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5713" y="781050"/>
            <a:ext cx="7478712" cy="7032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3" name="Rectangle 2"/>
          <p:cNvSpPr/>
          <p:nvPr/>
        </p:nvSpPr>
        <p:spPr>
          <a:xfrm>
            <a:off x="1255713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4" name="Rectangle 3"/>
          <p:cNvSpPr/>
          <p:nvPr/>
        </p:nvSpPr>
        <p:spPr>
          <a:xfrm>
            <a:off x="1255713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5" name="Rectangle 4"/>
          <p:cNvSpPr/>
          <p:nvPr/>
        </p:nvSpPr>
        <p:spPr>
          <a:xfrm>
            <a:off x="1255713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Rectangle 5"/>
          <p:cNvSpPr/>
          <p:nvPr/>
        </p:nvSpPr>
        <p:spPr>
          <a:xfrm>
            <a:off x="1255713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7" name="Rectangle 6"/>
          <p:cNvSpPr/>
          <p:nvPr/>
        </p:nvSpPr>
        <p:spPr>
          <a:xfrm>
            <a:off x="3184525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8" name="Rectangle 7"/>
          <p:cNvSpPr/>
          <p:nvPr/>
        </p:nvSpPr>
        <p:spPr>
          <a:xfrm>
            <a:off x="3184525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9" name="Rectangle 8"/>
          <p:cNvSpPr/>
          <p:nvPr/>
        </p:nvSpPr>
        <p:spPr>
          <a:xfrm>
            <a:off x="3184525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0" name="Rectangle 9"/>
          <p:cNvSpPr/>
          <p:nvPr/>
        </p:nvSpPr>
        <p:spPr>
          <a:xfrm>
            <a:off x="3184525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1" name="Rectangle 10"/>
          <p:cNvSpPr/>
          <p:nvPr/>
        </p:nvSpPr>
        <p:spPr>
          <a:xfrm>
            <a:off x="5110163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2" name="Rectangle 11"/>
          <p:cNvSpPr/>
          <p:nvPr/>
        </p:nvSpPr>
        <p:spPr>
          <a:xfrm>
            <a:off x="5110163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3" name="Rectangle 12"/>
          <p:cNvSpPr/>
          <p:nvPr/>
        </p:nvSpPr>
        <p:spPr>
          <a:xfrm>
            <a:off x="5110163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4" name="Rectangle 13"/>
          <p:cNvSpPr/>
          <p:nvPr/>
        </p:nvSpPr>
        <p:spPr>
          <a:xfrm>
            <a:off x="5110163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5" name="Rectangle 14"/>
          <p:cNvSpPr/>
          <p:nvPr/>
        </p:nvSpPr>
        <p:spPr>
          <a:xfrm>
            <a:off x="7038975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6" name="Rectangle 15"/>
          <p:cNvSpPr/>
          <p:nvPr/>
        </p:nvSpPr>
        <p:spPr>
          <a:xfrm>
            <a:off x="7038975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7" name="Rectangle 16"/>
          <p:cNvSpPr/>
          <p:nvPr/>
        </p:nvSpPr>
        <p:spPr>
          <a:xfrm>
            <a:off x="7038975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8" name="Rectangle 17"/>
          <p:cNvSpPr/>
          <p:nvPr/>
        </p:nvSpPr>
        <p:spPr>
          <a:xfrm>
            <a:off x="7038975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</p:spTree>
    <p:extLst>
      <p:ext uri="{BB962C8B-B14F-4D97-AF65-F5344CB8AC3E}">
        <p14:creationId xmlns:p14="http://schemas.microsoft.com/office/powerpoint/2010/main" val="2005529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solidFill>
          <a:srgbClr val="10A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3075" y="1068388"/>
            <a:ext cx="5626100" cy="3459162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292100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6213475" y="8032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6213475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6"/>
          <p:cNvSpPr>
            <a:spLocks noChangeArrowheads="1"/>
          </p:cNvSpPr>
          <p:nvPr userDrawn="1"/>
        </p:nvSpPr>
        <p:spPr bwMode="auto">
          <a:xfrm>
            <a:off x="288925" y="812800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</a:rPr>
              <a:t>CYIENT </a:t>
            </a:r>
            <a:r>
              <a:rPr lang="en-GB">
                <a:solidFill>
                  <a:schemeClr val="bg1"/>
                </a:solidFill>
              </a:rPr>
              <a:t>© 2018  </a:t>
            </a:r>
            <a:r>
              <a:rPr lang="en-GB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5073650" y="5392106"/>
            <a:ext cx="1779588" cy="110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2021-11-11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19138" y="1336807"/>
            <a:ext cx="5059493" cy="14017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chemeClr val="bg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8" y="2862394"/>
            <a:ext cx="5067944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82DD3993-69B2-42D4-A33C-1B42906A94F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64309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0163"/>
            <a:ext cx="9144000" cy="583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3392488" y="2303463"/>
            <a:ext cx="5341937" cy="253206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6"/>
          <p:cNvSpPr>
            <a:spLocks noChangeArrowheads="1"/>
          </p:cNvSpPr>
          <p:nvPr userDrawn="1"/>
        </p:nvSpPr>
        <p:spPr bwMode="auto">
          <a:xfrm>
            <a:off x="3200400" y="5018088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 userDrawn="1"/>
        </p:nvSpPr>
        <p:spPr bwMode="auto">
          <a:xfrm>
            <a:off x="8851900" y="2054225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 userDrawn="1"/>
        </p:nvSpPr>
        <p:spPr bwMode="auto">
          <a:xfrm>
            <a:off x="8864600" y="5021263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9" name="Oval 8"/>
          <p:cNvSpPr>
            <a:spLocks noChangeArrowheads="1"/>
          </p:cNvSpPr>
          <p:nvPr userDrawn="1"/>
        </p:nvSpPr>
        <p:spPr bwMode="auto">
          <a:xfrm>
            <a:off x="3197225" y="2052638"/>
            <a:ext cx="71438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grpSp>
        <p:nvGrpSpPr>
          <p:cNvPr id="10" name="Group 12"/>
          <p:cNvGrpSpPr>
            <a:grpSpLocks/>
          </p:cNvGrpSpPr>
          <p:nvPr userDrawn="1"/>
        </p:nvGrpSpPr>
        <p:grpSpPr bwMode="auto">
          <a:xfrm>
            <a:off x="239713" y="286935"/>
            <a:ext cx="1541462" cy="265113"/>
            <a:chOff x="239939" y="523892"/>
            <a:chExt cx="1541887" cy="264640"/>
          </a:xfrm>
          <a:solidFill>
            <a:schemeClr val="bg1"/>
          </a:solidFill>
        </p:grpSpPr>
        <p:grpSp>
          <p:nvGrpSpPr>
            <p:cNvPr id="11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  <a:grpFill/>
          </p:grpSpPr>
          <p:sp>
            <p:nvSpPr>
              <p:cNvPr id="13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4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7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7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7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7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0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7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21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FFFFFF"/>
                </a:solidFill>
              </a:rPr>
              <a:t>CYIENT © 2018 CONFIDENTIAL</a:t>
            </a:r>
          </a:p>
        </p:txBody>
      </p:sp>
      <p:sp>
        <p:nvSpPr>
          <p:cNvPr id="22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FFFFFF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3593758" y="2503715"/>
            <a:ext cx="4974447" cy="1378970"/>
          </a:xfrm>
          <a:prstGeom prst="rect">
            <a:avLst/>
          </a:prstGeom>
        </p:spPr>
        <p:txBody>
          <a:bodyPr tIns="36000"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chemeClr val="bg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3592201" y="3860018"/>
            <a:ext cx="4976004" cy="70008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3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fld id="{6793FED9-EEFB-4EA3-95F2-A1F05C3FC64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8592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_without l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5005388" y="711200"/>
            <a:ext cx="3657600" cy="4098925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7"/>
          <p:cNvSpPr>
            <a:spLocks noChangeArrowheads="1"/>
          </p:cNvSpPr>
          <p:nvPr userDrawn="1"/>
        </p:nvSpPr>
        <p:spPr bwMode="auto">
          <a:xfrm>
            <a:off x="4818063" y="457200"/>
            <a:ext cx="71437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 userDrawn="1"/>
        </p:nvSpPr>
        <p:spPr bwMode="auto">
          <a:xfrm>
            <a:off x="8788400" y="441325"/>
            <a:ext cx="73025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7"/>
          <p:cNvSpPr>
            <a:spLocks noChangeArrowheads="1"/>
          </p:cNvSpPr>
          <p:nvPr userDrawn="1"/>
        </p:nvSpPr>
        <p:spPr bwMode="auto">
          <a:xfrm>
            <a:off x="4818063" y="4999038"/>
            <a:ext cx="71437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9" name="Oval 8"/>
          <p:cNvSpPr>
            <a:spLocks noChangeArrowheads="1"/>
          </p:cNvSpPr>
          <p:nvPr userDrawn="1"/>
        </p:nvSpPr>
        <p:spPr bwMode="auto">
          <a:xfrm>
            <a:off x="8783638" y="4997450"/>
            <a:ext cx="73025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0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FFFFFF"/>
                </a:solidFill>
              </a:rPr>
              <a:t>CYIENT © 2018  CONFIDENTIAL</a:t>
            </a:r>
          </a:p>
        </p:txBody>
      </p:sp>
      <p:sp>
        <p:nvSpPr>
          <p:cNvPr id="11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FFFFFF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229464" y="1022165"/>
            <a:ext cx="3213126" cy="2359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yient Medium"/>
                <a:cs typeface="Cyient Medium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229464" y="3632016"/>
            <a:ext cx="3213125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2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fld id="{30C27E21-523D-41B9-AF6A-62A96C68EB0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6785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00A5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3075" y="1068388"/>
            <a:ext cx="7475538" cy="3459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292100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8070850" y="8032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8070850" y="4721225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1" name="Oval 6"/>
          <p:cNvSpPr>
            <a:spLocks noChangeArrowheads="1"/>
          </p:cNvSpPr>
          <p:nvPr userDrawn="1"/>
        </p:nvSpPr>
        <p:spPr bwMode="auto">
          <a:xfrm>
            <a:off x="288925" y="812800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</a:rPr>
              <a:t>CYIENT © 2018  CONFIDENTIAL</a:t>
            </a:r>
          </a:p>
        </p:txBody>
      </p:sp>
      <p:sp>
        <p:nvSpPr>
          <p:cNvPr id="1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chemeClr val="bg1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19138" y="1336807"/>
            <a:ext cx="6912408" cy="14017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00A5DF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8" y="2862394"/>
            <a:ext cx="6923954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A5D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4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5F7B7D72-6245-4CC5-944E-711E8E15213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617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879975" y="2371725"/>
            <a:ext cx="3857625" cy="2609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 sz="1600" dirty="0">
              <a:solidFill>
                <a:srgbClr val="000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Oval 8"/>
          <p:cNvSpPr>
            <a:spLocks noChangeArrowheads="1"/>
          </p:cNvSpPr>
          <p:nvPr userDrawn="1"/>
        </p:nvSpPr>
        <p:spPr bwMode="auto">
          <a:xfrm>
            <a:off x="8842375" y="21209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6" name="Oval 6"/>
          <p:cNvSpPr>
            <a:spLocks noChangeArrowheads="1"/>
          </p:cNvSpPr>
          <p:nvPr userDrawn="1"/>
        </p:nvSpPr>
        <p:spPr bwMode="auto">
          <a:xfrm>
            <a:off x="4687888" y="5164138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7" name="Oval 9"/>
          <p:cNvSpPr>
            <a:spLocks noChangeArrowheads="1"/>
          </p:cNvSpPr>
          <p:nvPr userDrawn="1"/>
        </p:nvSpPr>
        <p:spPr bwMode="auto">
          <a:xfrm>
            <a:off x="8842375" y="51689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8" name="Oval 8"/>
          <p:cNvSpPr>
            <a:spLocks noChangeArrowheads="1"/>
          </p:cNvSpPr>
          <p:nvPr userDrawn="1"/>
        </p:nvSpPr>
        <p:spPr bwMode="auto">
          <a:xfrm>
            <a:off x="4694238" y="2116138"/>
            <a:ext cx="73025" cy="71437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9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72" name="Title 5"/>
          <p:cNvSpPr>
            <a:spLocks noGrp="1"/>
          </p:cNvSpPr>
          <p:nvPr>
            <p:ph type="title"/>
          </p:nvPr>
        </p:nvSpPr>
        <p:spPr>
          <a:xfrm>
            <a:off x="5141439" y="2640460"/>
            <a:ext cx="3375318" cy="98488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800" b="0">
                <a:solidFill>
                  <a:srgbClr val="FFFFFF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3" name="Subtitle 2"/>
          <p:cNvSpPr>
            <a:spLocks noGrp="1"/>
          </p:cNvSpPr>
          <p:nvPr>
            <p:ph type="subTitle" idx="1"/>
          </p:nvPr>
        </p:nvSpPr>
        <p:spPr>
          <a:xfrm>
            <a:off x="5141440" y="3893957"/>
            <a:ext cx="3375318" cy="4985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4616BD27-D9C1-4486-8DEB-ED1BCD90C7EB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989619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54836" y="1620623"/>
            <a:ext cx="8001963" cy="3348406"/>
          </a:xfrm>
        </p:spPr>
        <p:txBody>
          <a:bodyPr>
            <a:noAutofit/>
          </a:bodyPr>
          <a:lstStyle>
            <a:lvl1pPr>
              <a:defRPr sz="1800">
                <a:solidFill>
                  <a:srgbClr val="00A5DF"/>
                </a:solidFill>
              </a:defRPr>
            </a:lvl1pPr>
            <a:lvl2pPr>
              <a:defRPr sz="1800">
                <a:solidFill>
                  <a:srgbClr val="00A5DF"/>
                </a:solidFill>
              </a:defRPr>
            </a:lvl2pPr>
            <a:lvl3pPr>
              <a:defRPr sz="1800">
                <a:solidFill>
                  <a:srgbClr val="00A5DF"/>
                </a:solidFill>
              </a:defRPr>
            </a:lvl3pPr>
            <a:lvl4pPr>
              <a:defRPr sz="1800">
                <a:solidFill>
                  <a:srgbClr val="00A5DF"/>
                </a:solidFill>
              </a:defRPr>
            </a:lvl4pPr>
            <a:lvl5pPr>
              <a:defRPr sz="1800"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54867" y="735186"/>
            <a:ext cx="8001934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B2BE231C-1C30-4C2E-A6E8-5D5C90D876B3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4053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209" y="1644499"/>
            <a:ext cx="3831488" cy="3312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72917" y="735186"/>
            <a:ext cx="7946893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6"/>
          </p:nvPr>
        </p:nvSpPr>
        <p:spPr>
          <a:xfrm>
            <a:off x="4688321" y="1644499"/>
            <a:ext cx="3831488" cy="3312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18"/>
          <p:cNvSpPr>
            <a:spLocks noGrp="1"/>
          </p:cNvSpPr>
          <p:nvPr>
            <p:ph type="sldNum" sz="quarter" idx="17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B7823E29-0CC1-4C1B-8B05-05ECDB2A17B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68036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14" name="Oval 6"/>
          <p:cNvSpPr>
            <a:spLocks noChangeArrowheads="1"/>
          </p:cNvSpPr>
          <p:nvPr userDrawn="1"/>
        </p:nvSpPr>
        <p:spPr bwMode="auto">
          <a:xfrm>
            <a:off x="1076325" y="50641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5" name="Oval 8"/>
          <p:cNvSpPr>
            <a:spLocks noChangeArrowheads="1"/>
          </p:cNvSpPr>
          <p:nvPr userDrawn="1"/>
        </p:nvSpPr>
        <p:spPr bwMode="auto">
          <a:xfrm>
            <a:off x="8710613" y="37941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9"/>
          <p:cNvSpPr>
            <a:spLocks noChangeArrowheads="1"/>
          </p:cNvSpPr>
          <p:nvPr userDrawn="1"/>
        </p:nvSpPr>
        <p:spPr bwMode="auto">
          <a:xfrm>
            <a:off x="8720138" y="50641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7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sz="half" idx="16"/>
          </p:nvPr>
        </p:nvSpPr>
        <p:spPr>
          <a:xfrm>
            <a:off x="5104379" y="1800194"/>
            <a:ext cx="3198091" cy="2835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7"/>
          </p:nvPr>
        </p:nvSpPr>
        <p:spPr>
          <a:xfrm>
            <a:off x="1594449" y="1800194"/>
            <a:ext cx="3191142" cy="2835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1593556" y="883147"/>
            <a:ext cx="6704320" cy="681374"/>
          </a:xfr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21" name="Slide Number Placeholder 18"/>
          <p:cNvSpPr>
            <a:spLocks noGrp="1"/>
          </p:cNvSpPr>
          <p:nvPr>
            <p:ph type="sldNum" sz="quarter" idx="18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AE6650FA-21AF-4792-9261-96DFB12790D2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2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972708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14" name="Oval 6"/>
          <p:cNvSpPr>
            <a:spLocks noChangeArrowheads="1"/>
          </p:cNvSpPr>
          <p:nvPr userDrawn="1"/>
        </p:nvSpPr>
        <p:spPr bwMode="auto">
          <a:xfrm>
            <a:off x="1076325" y="50641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5" name="Oval 8"/>
          <p:cNvSpPr>
            <a:spLocks noChangeArrowheads="1"/>
          </p:cNvSpPr>
          <p:nvPr userDrawn="1"/>
        </p:nvSpPr>
        <p:spPr bwMode="auto">
          <a:xfrm>
            <a:off x="8710613" y="37941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9"/>
          <p:cNvSpPr>
            <a:spLocks noChangeArrowheads="1"/>
          </p:cNvSpPr>
          <p:nvPr userDrawn="1"/>
        </p:nvSpPr>
        <p:spPr bwMode="auto">
          <a:xfrm>
            <a:off x="8720138" y="50641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grpSp>
        <p:nvGrpSpPr>
          <p:cNvPr id="17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18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21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2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4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5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7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8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30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139029" y="870237"/>
            <a:ext cx="3213616" cy="110980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A5DF"/>
                </a:solidFill>
                <a:latin typeface="Effra"/>
                <a:cs typeface="Effra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00909" y="870151"/>
            <a:ext cx="3457864" cy="3788440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3" name="Content Placeholder 2"/>
          <p:cNvSpPr>
            <a:spLocks noGrp="1"/>
          </p:cNvSpPr>
          <p:nvPr>
            <p:ph sz="half" idx="13"/>
          </p:nvPr>
        </p:nvSpPr>
        <p:spPr>
          <a:xfrm>
            <a:off x="5137943" y="2135909"/>
            <a:ext cx="3215195" cy="25053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5364D93C-2695-4782-A96B-8A21F458D36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3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5202820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0670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572918" y="735186"/>
            <a:ext cx="7959222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6"/>
          </p:nvPr>
        </p:nvSpPr>
        <p:spPr>
          <a:xfrm>
            <a:off x="3305528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7"/>
          </p:nvPr>
        </p:nvSpPr>
        <p:spPr>
          <a:xfrm>
            <a:off x="6018059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18"/>
          <p:cNvSpPr>
            <a:spLocks noGrp="1"/>
          </p:cNvSpPr>
          <p:nvPr>
            <p:ph type="sldNum" sz="quarter" idx="18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C672B815-9B6D-4EAB-9E4A-6CFC8F19BB6E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546233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30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58046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585247" y="735185"/>
            <a:ext cx="7946893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9"/>
          </p:nvPr>
        </p:nvSpPr>
        <p:spPr>
          <a:xfrm>
            <a:off x="327050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328066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21"/>
          </p:nvPr>
        </p:nvSpPr>
        <p:spPr>
          <a:xfrm>
            <a:off x="599536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00552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12" name="Slide Number Placeholder 18"/>
          <p:cNvSpPr>
            <a:spLocks noGrp="1"/>
          </p:cNvSpPr>
          <p:nvPr>
            <p:ph type="sldNum" sz="quarter" idx="23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127FCC3F-CB47-4283-91AC-90238BD23D7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8357045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85245" y="747515"/>
            <a:ext cx="7946895" cy="4184524"/>
          </a:xfrm>
        </p:spPr>
        <p:txBody>
          <a:bodyPr/>
          <a:lstStyle>
            <a:lvl1pPr>
              <a:defRPr sz="4500">
                <a:latin typeface="Cyient Medium"/>
                <a:cs typeface="Cyient Medium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C398726F-11E4-44CB-BDEC-CB8AD6476096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23897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63722" y="1639903"/>
            <a:ext cx="7968417" cy="3329126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2918" y="735186"/>
            <a:ext cx="7959807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7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3A05B395-7B1E-46E0-ABAF-570557A2CF6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087765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89276" y="752136"/>
            <a:ext cx="7942864" cy="4192233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2FC71BC6-5D05-496E-B108-8D265AEC4038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62273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8/24/2026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4703" y="742755"/>
            <a:ext cx="7957437" cy="681374"/>
          </a:xfr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DF962966-3C67-4CF1-A59D-81397B15122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322083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 userDrawn="1"/>
        </p:nvSpPr>
        <p:spPr bwMode="auto">
          <a:xfrm>
            <a:off x="160338" y="54070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3" name="Oval 7"/>
          <p:cNvSpPr>
            <a:spLocks noChangeArrowheads="1"/>
          </p:cNvSpPr>
          <p:nvPr userDrawn="1"/>
        </p:nvSpPr>
        <p:spPr bwMode="auto">
          <a:xfrm>
            <a:off x="165100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4" name="Oval 8"/>
          <p:cNvSpPr>
            <a:spLocks noChangeArrowheads="1"/>
          </p:cNvSpPr>
          <p:nvPr userDrawn="1"/>
        </p:nvSpPr>
        <p:spPr bwMode="auto">
          <a:xfrm>
            <a:off x="8893175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5" name="Oval 9"/>
          <p:cNvSpPr>
            <a:spLocks noChangeArrowheads="1"/>
          </p:cNvSpPr>
          <p:nvPr userDrawn="1"/>
        </p:nvSpPr>
        <p:spPr bwMode="auto">
          <a:xfrm>
            <a:off x="8890000" y="54070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9AB5B02B-627A-438C-A0A6-0602FE8B8DC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56729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5713" y="781050"/>
            <a:ext cx="7478712" cy="7032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3" name="Rectangle 2"/>
          <p:cNvSpPr/>
          <p:nvPr/>
        </p:nvSpPr>
        <p:spPr>
          <a:xfrm>
            <a:off x="1255713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4" name="Rectangle 3"/>
          <p:cNvSpPr/>
          <p:nvPr/>
        </p:nvSpPr>
        <p:spPr>
          <a:xfrm>
            <a:off x="1255713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5" name="Rectangle 4"/>
          <p:cNvSpPr/>
          <p:nvPr/>
        </p:nvSpPr>
        <p:spPr>
          <a:xfrm>
            <a:off x="1255713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Rectangle 5"/>
          <p:cNvSpPr/>
          <p:nvPr/>
        </p:nvSpPr>
        <p:spPr>
          <a:xfrm>
            <a:off x="1255713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7" name="Rectangle 6"/>
          <p:cNvSpPr/>
          <p:nvPr/>
        </p:nvSpPr>
        <p:spPr>
          <a:xfrm>
            <a:off x="3184525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8" name="Rectangle 7"/>
          <p:cNvSpPr/>
          <p:nvPr/>
        </p:nvSpPr>
        <p:spPr>
          <a:xfrm>
            <a:off x="3184525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9" name="Rectangle 8"/>
          <p:cNvSpPr/>
          <p:nvPr/>
        </p:nvSpPr>
        <p:spPr>
          <a:xfrm>
            <a:off x="3184525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0" name="Rectangle 9"/>
          <p:cNvSpPr/>
          <p:nvPr/>
        </p:nvSpPr>
        <p:spPr>
          <a:xfrm>
            <a:off x="3184525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1" name="Rectangle 10"/>
          <p:cNvSpPr/>
          <p:nvPr/>
        </p:nvSpPr>
        <p:spPr>
          <a:xfrm>
            <a:off x="5110163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2" name="Rectangle 11"/>
          <p:cNvSpPr/>
          <p:nvPr/>
        </p:nvSpPr>
        <p:spPr>
          <a:xfrm>
            <a:off x="5110163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3" name="Rectangle 12"/>
          <p:cNvSpPr/>
          <p:nvPr/>
        </p:nvSpPr>
        <p:spPr>
          <a:xfrm>
            <a:off x="5110163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4" name="Rectangle 13"/>
          <p:cNvSpPr/>
          <p:nvPr/>
        </p:nvSpPr>
        <p:spPr>
          <a:xfrm>
            <a:off x="5110163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5" name="Rectangle 14"/>
          <p:cNvSpPr/>
          <p:nvPr/>
        </p:nvSpPr>
        <p:spPr>
          <a:xfrm>
            <a:off x="7038975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6" name="Rectangle 15"/>
          <p:cNvSpPr/>
          <p:nvPr/>
        </p:nvSpPr>
        <p:spPr>
          <a:xfrm>
            <a:off x="7038975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7" name="Rectangle 16"/>
          <p:cNvSpPr/>
          <p:nvPr/>
        </p:nvSpPr>
        <p:spPr>
          <a:xfrm>
            <a:off x="7038975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8" name="Rectangle 17"/>
          <p:cNvSpPr/>
          <p:nvPr/>
        </p:nvSpPr>
        <p:spPr>
          <a:xfrm>
            <a:off x="7038975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</p:spTree>
    <p:extLst>
      <p:ext uri="{BB962C8B-B14F-4D97-AF65-F5344CB8AC3E}">
        <p14:creationId xmlns:p14="http://schemas.microsoft.com/office/powerpoint/2010/main" val="3132684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solidFill>
          <a:srgbClr val="10A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3075" y="1068388"/>
            <a:ext cx="5626100" cy="3459162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292100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6213475" y="8032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6213475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6"/>
          <p:cNvSpPr>
            <a:spLocks noChangeArrowheads="1"/>
          </p:cNvSpPr>
          <p:nvPr userDrawn="1"/>
        </p:nvSpPr>
        <p:spPr bwMode="auto">
          <a:xfrm>
            <a:off x="288925" y="812800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</a:rPr>
              <a:t>CYIENT © 2018  CONFIDENTIAL</a:t>
            </a:r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solidFill>
                  <a:srgbClr val="FFFFFF"/>
                </a:solidFill>
              </a:rPr>
              <a:t>2021-11-11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19138" y="1336807"/>
            <a:ext cx="5059493" cy="14017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chemeClr val="bg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8" y="2862394"/>
            <a:ext cx="5067944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E3D68813-5053-4108-8CC1-6F98BF4001E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465733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239713" y="523875"/>
            <a:ext cx="1541462" cy="265113"/>
            <a:chOff x="239939" y="523892"/>
            <a:chExt cx="1541887" cy="264640"/>
          </a:xfrm>
        </p:grpSpPr>
        <p:grpSp>
          <p:nvGrpSpPr>
            <p:cNvPr id="6" name="Group 11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7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7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7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7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</p:grp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solidFill>
                  <a:srgbClr val="53565A"/>
                </a:solidFill>
                <a:latin typeface="Effra"/>
                <a:ea typeface="+mn-ea"/>
              </a:endParaRPr>
            </a:p>
          </p:txBody>
        </p:sp>
      </p:grpSp>
      <p:sp>
        <p:nvSpPr>
          <p:cNvPr id="14" name="Oval 9"/>
          <p:cNvSpPr>
            <a:spLocks noChangeArrowheads="1"/>
          </p:cNvSpPr>
          <p:nvPr/>
        </p:nvSpPr>
        <p:spPr bwMode="auto">
          <a:xfrm>
            <a:off x="4987925" y="538797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solidFill>
                <a:srgbClr val="53565A"/>
              </a:solidFill>
              <a:latin typeface="Effra"/>
              <a:ea typeface="+mn-ea"/>
            </a:endParaRPr>
          </a:p>
        </p:txBody>
      </p:sp>
      <p:sp>
        <p:nvSpPr>
          <p:cNvPr id="15" name="Oval 7"/>
          <p:cNvSpPr>
            <a:spLocks noChangeArrowheads="1"/>
          </p:cNvSpPr>
          <p:nvPr/>
        </p:nvSpPr>
        <p:spPr bwMode="auto">
          <a:xfrm>
            <a:off x="1077913" y="538956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solidFill>
                <a:srgbClr val="53565A"/>
              </a:solidFill>
              <a:latin typeface="Effra"/>
              <a:ea typeface="+mn-ea"/>
            </a:endParaRPr>
          </a:p>
        </p:txBody>
      </p:sp>
      <p:sp>
        <p:nvSpPr>
          <p:cNvPr id="16" name="Oval 8"/>
          <p:cNvSpPr>
            <a:spLocks noChangeArrowheads="1"/>
          </p:cNvSpPr>
          <p:nvPr/>
        </p:nvSpPr>
        <p:spPr bwMode="auto">
          <a:xfrm>
            <a:off x="4987925" y="619125"/>
            <a:ext cx="73025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solidFill>
                <a:srgbClr val="53565A"/>
              </a:solidFill>
              <a:latin typeface="Effra"/>
              <a:ea typeface="+mn-ea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110163" y="1031875"/>
            <a:ext cx="3624263" cy="54788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chemeClr val="accent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258241" y="780747"/>
            <a:ext cx="3621734" cy="4518329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3" name="Content Placeholder 2"/>
          <p:cNvSpPr>
            <a:spLocks noGrp="1"/>
          </p:cNvSpPr>
          <p:nvPr>
            <p:ph sz="half" idx="13"/>
          </p:nvPr>
        </p:nvSpPr>
        <p:spPr>
          <a:xfrm>
            <a:off x="5109078" y="1728439"/>
            <a:ext cx="3626044" cy="35706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lnSpc>
                <a:spcPct val="90000"/>
              </a:lnSpc>
              <a:defRPr sz="800" b="0">
                <a:solidFill>
                  <a:srgbClr val="009CA6"/>
                </a:solidFill>
                <a:latin typeface="Effr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5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lnSpc>
                <a:spcPct val="90000"/>
              </a:lnSpc>
              <a:defRPr sz="800" b="0">
                <a:solidFill>
                  <a:srgbClr val="009CA6"/>
                </a:solidFill>
                <a:latin typeface="Effr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800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160338" y="54070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7"/>
          <p:cNvSpPr>
            <a:spLocks noChangeArrowheads="1"/>
          </p:cNvSpPr>
          <p:nvPr userDrawn="1"/>
        </p:nvSpPr>
        <p:spPr bwMode="auto">
          <a:xfrm>
            <a:off x="165100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7" name="Oval 8"/>
          <p:cNvSpPr>
            <a:spLocks noChangeArrowheads="1"/>
          </p:cNvSpPr>
          <p:nvPr userDrawn="1"/>
        </p:nvSpPr>
        <p:spPr bwMode="auto">
          <a:xfrm>
            <a:off x="8893175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23" name="Oval 9"/>
          <p:cNvSpPr>
            <a:spLocks noChangeArrowheads="1"/>
          </p:cNvSpPr>
          <p:nvPr userDrawn="1"/>
        </p:nvSpPr>
        <p:spPr bwMode="auto">
          <a:xfrm>
            <a:off x="8890000" y="54070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030" name="Title Placeholder 8"/>
          <p:cNvSpPr>
            <a:spLocks noGrp="1"/>
          </p:cNvSpPr>
          <p:nvPr>
            <p:ph type="title"/>
          </p:nvPr>
        </p:nvSpPr>
        <p:spPr bwMode="auto">
          <a:xfrm>
            <a:off x="585788" y="735013"/>
            <a:ext cx="7947025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31" name="Text Placeholder 9"/>
          <p:cNvSpPr>
            <a:spLocks noGrp="1"/>
          </p:cNvSpPr>
          <p:nvPr>
            <p:ph type="body" idx="1"/>
          </p:nvPr>
        </p:nvSpPr>
        <p:spPr bwMode="auto">
          <a:xfrm>
            <a:off x="585788" y="1611313"/>
            <a:ext cx="7947025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474663" y="5335588"/>
            <a:ext cx="635000" cy="1746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244074B0-F102-4ED2-A9B7-B13EB4DD3D1C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1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2" r:id="rId12"/>
    <p:sldLayoutId id="2147484353" r:id="rId13"/>
    <p:sldLayoutId id="2147484354" r:id="rId14"/>
    <p:sldLayoutId id="2147484355" r:id="rId15"/>
    <p:sldLayoutId id="2147484375" r:id="rId16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00A5DF"/>
          </a:solidFill>
          <a:latin typeface="Effra"/>
          <a:ea typeface="MS PGothic" pitchFamily="34" charset="-128"/>
          <a:cs typeface="Effra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defRPr sz="1400" b="1" kern="1200">
          <a:solidFill>
            <a:srgbClr val="00A5DF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80000"/>
        <a:buFont typeface="Arial" panose="020B0604020202020204" pitchFamily="34" charset="0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2pPr>
      <a:lvl3pPr marL="180975" indent="-180975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3pPr>
      <a:lvl4pPr marL="363538" indent="-182563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4pPr>
      <a:lvl5pPr marL="534988" indent="-17145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160338" y="54070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7"/>
          <p:cNvSpPr>
            <a:spLocks noChangeArrowheads="1"/>
          </p:cNvSpPr>
          <p:nvPr userDrawn="1"/>
        </p:nvSpPr>
        <p:spPr bwMode="auto">
          <a:xfrm>
            <a:off x="165100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7" name="Oval 8"/>
          <p:cNvSpPr>
            <a:spLocks noChangeArrowheads="1"/>
          </p:cNvSpPr>
          <p:nvPr userDrawn="1"/>
        </p:nvSpPr>
        <p:spPr bwMode="auto">
          <a:xfrm>
            <a:off x="8893175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23" name="Oval 9"/>
          <p:cNvSpPr>
            <a:spLocks noChangeArrowheads="1"/>
          </p:cNvSpPr>
          <p:nvPr userDrawn="1"/>
        </p:nvSpPr>
        <p:spPr bwMode="auto">
          <a:xfrm>
            <a:off x="8890000" y="54070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2054" name="Title Placeholder 8"/>
          <p:cNvSpPr>
            <a:spLocks noGrp="1"/>
          </p:cNvSpPr>
          <p:nvPr>
            <p:ph type="title"/>
          </p:nvPr>
        </p:nvSpPr>
        <p:spPr bwMode="auto">
          <a:xfrm>
            <a:off x="585788" y="735013"/>
            <a:ext cx="7947025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5" name="Text Placeholder 9"/>
          <p:cNvSpPr>
            <a:spLocks noGrp="1"/>
          </p:cNvSpPr>
          <p:nvPr>
            <p:ph type="body" idx="1"/>
          </p:nvPr>
        </p:nvSpPr>
        <p:spPr bwMode="auto">
          <a:xfrm>
            <a:off x="585788" y="1611313"/>
            <a:ext cx="7947025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474663" y="5335588"/>
            <a:ext cx="635000" cy="1746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407F945A-D7BA-482B-ABE4-A0CE45D4A140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  <p:sldLayoutId id="2147484368" r:id="rId12"/>
    <p:sldLayoutId id="2147484369" r:id="rId13"/>
    <p:sldLayoutId id="2147484370" r:id="rId14"/>
    <p:sldLayoutId id="2147484371" r:id="rId15"/>
    <p:sldLayoutId id="2147484372" r:id="rId16"/>
    <p:sldLayoutId id="2147484373" r:id="rId17"/>
    <p:sldLayoutId id="2147484374" r:id="rId18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00A5DF"/>
          </a:solidFill>
          <a:latin typeface="Effra"/>
          <a:ea typeface="MS PGothic" pitchFamily="34" charset="-128"/>
          <a:cs typeface="Effra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defRPr sz="1400" b="1" kern="1200">
          <a:solidFill>
            <a:srgbClr val="00A5DF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80000"/>
        <a:buFont typeface="Arial" panose="020B0604020202020204" pitchFamily="34" charset="0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2pPr>
      <a:lvl3pPr marL="180975" indent="-180975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3pPr>
      <a:lvl4pPr marL="363538" indent="-182563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4pPr>
      <a:lvl5pPr marL="534988" indent="-17145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3.xml"/><Relationship Id="rId7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3/PW1000G-77445-19156-00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prakash7808@ihi-g.com" TargetMode="External"/><Relationship Id="rId2" Type="http://schemas.openxmlformats.org/officeDocument/2006/relationships/hyperlink" Target="mailto:ito0114@ihi-g.com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Veerendra.Kotari@cyient.com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8"/>
          <p:cNvSpPr>
            <a:spLocks noGrp="1"/>
          </p:cNvSpPr>
          <p:nvPr>
            <p:ph type="ctrTitle"/>
          </p:nvPr>
        </p:nvSpPr>
        <p:spPr>
          <a:xfrm>
            <a:off x="3444680" y="2561772"/>
            <a:ext cx="5099246" cy="1610177"/>
          </a:xfrm>
        </p:spPr>
        <p:txBody>
          <a:bodyPr anchor="ctr"/>
          <a:lstStyle/>
          <a:p>
            <a:pPr marL="180975"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ja-JP" sz="2800" b="1" dirty="0"/>
              <a:t>PW1100G Inspection Task_Caution Extraction Tool</a:t>
            </a:r>
            <a:endParaRPr lang="en-GB" alt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444680" y="4373110"/>
            <a:ext cx="4976004" cy="428372"/>
          </a:xfrm>
        </p:spPr>
        <p:txBody>
          <a:bodyPr anchor="ctr"/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Cyient Offshore Team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ED22B-8921-4C1C-A925-4E7CC4EA7234}"/>
              </a:ext>
            </a:extLst>
          </p:cNvPr>
          <p:cNvSpPr txBox="1"/>
          <p:nvPr/>
        </p:nvSpPr>
        <p:spPr>
          <a:xfrm>
            <a:off x="87682" y="5548801"/>
            <a:ext cx="1904367" cy="1661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i="1" dirty="0">
                <a:solidFill>
                  <a:schemeClr val="bg1"/>
                </a:solidFill>
              </a:rPr>
              <a:t>Last Update : 25-August-26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1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defTabSz="712788">
              <a:defRPr sz="1400" b="1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1pPr>
            <a:lvl2pPr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2pPr>
            <a:lvl3pPr marL="11430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3pPr>
            <a:lvl4pPr marL="16002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4pPr>
            <a:lvl5pPr marL="20574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9pPr>
          </a:lstStyle>
          <a:p>
            <a:fld id="{68C891C2-9A0D-45EC-8340-ED50EC073E9A}" type="slidenum">
              <a:rPr lang="en-GB" altLang="en-US" sz="1000" b="0" smtClean="0">
                <a:solidFill>
                  <a:schemeClr val="tx1"/>
                </a:solidFill>
              </a:rPr>
              <a:pPr/>
              <a:t>2</a:t>
            </a:fld>
            <a:endParaRPr lang="en-GB" altLang="en-US" sz="1000" b="0">
              <a:solidFill>
                <a:schemeClr val="tx1"/>
              </a:solidFill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 bwMode="auto">
          <a:xfrm>
            <a:off x="483801" y="1"/>
            <a:ext cx="8001934" cy="855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rgbClr val="00A5DF"/>
                </a:solidFill>
                <a:latin typeface="Effra"/>
                <a:ea typeface="MS PGothic" pitchFamily="34" charset="-128"/>
                <a:cs typeface="Effra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cs typeface="Effra" panose="020B0603020203020204" pitchFamily="34" charset="0"/>
              </a:rPr>
              <a:t>Table of </a:t>
            </a:r>
            <a:r>
              <a:rPr lang="en-US" altLang="en-US" sz="2000" dirty="0">
                <a:cs typeface="Effra" panose="020B0603020203020204" pitchFamily="34" charset="0"/>
              </a:rPr>
              <a:t>contents</a:t>
            </a:r>
            <a:endParaRPr lang="en-US" altLang="en-US" sz="1800" dirty="0">
              <a:latin typeface="Effra" pitchFamily="34" charset="0"/>
              <a:cs typeface="Effra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D070321-6CCF-420A-AAD3-988D8D83B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63521"/>
              </p:ext>
            </p:extLst>
          </p:nvPr>
        </p:nvGraphicFramePr>
        <p:xfrm>
          <a:off x="481290" y="1237299"/>
          <a:ext cx="8181420" cy="3029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610">
                  <a:extLst>
                    <a:ext uri="{9D8B030D-6E8A-4147-A177-3AD203B41FA5}">
                      <a16:colId xmlns:a16="http://schemas.microsoft.com/office/drawing/2014/main" val="583575702"/>
                    </a:ext>
                  </a:extLst>
                </a:gridCol>
                <a:gridCol w="6537157">
                  <a:extLst>
                    <a:ext uri="{9D8B030D-6E8A-4147-A177-3AD203B41FA5}">
                      <a16:colId xmlns:a16="http://schemas.microsoft.com/office/drawing/2014/main" val="3760166588"/>
                    </a:ext>
                  </a:extLst>
                </a:gridCol>
                <a:gridCol w="828653">
                  <a:extLst>
                    <a:ext uri="{9D8B030D-6E8A-4147-A177-3AD203B41FA5}">
                      <a16:colId xmlns:a16="http://schemas.microsoft.com/office/drawing/2014/main" val="2824057291"/>
                    </a:ext>
                  </a:extLst>
                </a:gridCol>
              </a:tblGrid>
              <a:tr h="372636">
                <a:tc>
                  <a:txBody>
                    <a:bodyPr/>
                    <a:lstStyle/>
                    <a:p>
                      <a:r>
                        <a:rPr lang="en-US" sz="1300" dirty="0"/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Slide.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89486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3" action="ppaction://hlinksldjump"/>
                        </a:rPr>
                        <a:t>Background and Objective </a:t>
                      </a:r>
                      <a:endParaRPr lang="en-US" sz="1300" b="0" u="sng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3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3" action="ppaction://hlinksldjump"/>
                        </a:rPr>
                        <a:t>3</a:t>
                      </a:r>
                      <a:endParaRPr lang="en-US" altLang="en-US" sz="1300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699512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Revision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3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 action="ppaction://hlinksldjump"/>
                        </a:rPr>
                        <a:t>4</a:t>
                      </a:r>
                      <a:endParaRPr lang="en-US" altLang="en-US" sz="1300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928898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Tool Interface</a:t>
                      </a:r>
                      <a:endParaRPr lang="en-US" sz="1300" b="0" u="sng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u="sng" dirty="0">
                          <a:hlinkClick r:id="rId5" action="ppaction://hlinksldjump"/>
                        </a:rPr>
                        <a:t>5-6</a:t>
                      </a:r>
                      <a:endParaRPr lang="en-US" sz="13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896643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u="sng" dirty="0">
                          <a:hlinkClick r:id="rId6" action="ppaction://hlinksldjump"/>
                        </a:rPr>
                        <a:t>7</a:t>
                      </a:r>
                      <a:endParaRPr lang="en-US" sz="13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583778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Tool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u="sng" dirty="0">
                          <a:hlinkClick r:id="rId7" action="ppaction://hlinksldjump"/>
                        </a:rPr>
                        <a:t>8-13</a:t>
                      </a:r>
                      <a:endParaRPr lang="en-US" sz="13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757048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r>
                        <a:rPr lang="en-US" u="sng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sng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Output</a:t>
                      </a:r>
                      <a:endParaRPr lang="en-US" sz="1300" b="0" u="sng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hlinkClick r:id="rId8" action="ppaction://hlinksldjump"/>
                        </a:rPr>
                        <a:t>14</a:t>
                      </a:r>
                      <a:endParaRPr lang="en-US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42067"/>
                  </a:ext>
                </a:extLst>
              </a:tr>
              <a:tr h="306405">
                <a:tc>
                  <a:txBody>
                    <a:bodyPr/>
                    <a:lstStyle/>
                    <a:p>
                      <a:r>
                        <a:rPr lang="en-US" u="sng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hlinkClick r:id="rId9" action="ppaction://hlinksldjump"/>
                        </a:rPr>
                        <a:t>15</a:t>
                      </a:r>
                      <a:endParaRPr lang="en-US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92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46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363538" y="145520"/>
            <a:ext cx="8001934" cy="341343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Background and Objective</a:t>
            </a:r>
          </a:p>
        </p:txBody>
      </p:sp>
      <p:sp>
        <p:nvSpPr>
          <p:cNvPr id="20483" name="Slide Number Placeholder 1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defTabSz="712788">
              <a:defRPr sz="1400" b="1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1pPr>
            <a:lvl2pPr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2pPr>
            <a:lvl3pPr marL="11430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3pPr>
            <a:lvl4pPr marL="16002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4pPr>
            <a:lvl5pPr marL="20574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9pPr>
          </a:lstStyle>
          <a:p>
            <a:fld id="{68C891C2-9A0D-45EC-8340-ED50EC073E9A}" type="slidenum">
              <a:rPr lang="en-GB" altLang="en-US" sz="1000" b="0" smtClean="0">
                <a:solidFill>
                  <a:schemeClr val="tx1"/>
                </a:solidFill>
              </a:rPr>
              <a:pPr/>
              <a:t>3</a:t>
            </a:fld>
            <a:endParaRPr lang="en-GB" altLang="en-US" sz="1000" b="0">
              <a:solidFill>
                <a:schemeClr val="tx1"/>
              </a:solidFill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1BE494C2-133A-4197-87DB-AFF1D59C43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9303" y="1594477"/>
            <a:ext cx="8373476" cy="1887361"/>
          </a:xfrm>
        </p:spPr>
        <p:txBody>
          <a:bodyPr/>
          <a:lstStyle/>
          <a:p>
            <a:pPr marL="0" indent="0" algn="just" defTabSz="712788">
              <a:lnSpc>
                <a:spcPct val="150000"/>
              </a:lnSpc>
              <a:spcAft>
                <a:spcPct val="0"/>
              </a:spcAft>
            </a:pPr>
            <a:r>
              <a:rPr lang="en-US" dirty="0">
                <a:cs typeface="+mn-cs"/>
              </a:rPr>
              <a:t>OBJECTIVE</a:t>
            </a:r>
          </a:p>
          <a:p>
            <a:r>
              <a:rPr lang="en-US" sz="1400" b="0" dirty="0">
                <a:solidFill>
                  <a:schemeClr val="accent2"/>
                </a:solidFill>
              </a:rPr>
              <a:t>The objective of this tool is to automate the extraction of caution statements from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accent2"/>
                </a:solidFill>
              </a:rPr>
              <a:t>Engine Manual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accent2"/>
                </a:solidFill>
              </a:rPr>
              <a:t>Engine Manual CIR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accent2"/>
                </a:solidFill>
              </a:rPr>
              <a:t>SP 72-35 (EM &amp; CIR)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accent2"/>
                </a:solidFill>
              </a:rPr>
              <a:t>SP 72-51 (EM &amp; CIR)</a:t>
            </a:r>
            <a:endParaRPr lang="en-US" sz="1400" b="0" dirty="0">
              <a:solidFill>
                <a:schemeClr val="accent2"/>
              </a:solidFill>
            </a:endParaRPr>
          </a:p>
          <a:p>
            <a:endParaRPr lang="en-US" sz="1400" b="0" dirty="0">
              <a:solidFill>
                <a:schemeClr val="accent2"/>
              </a:solidFill>
            </a:endParaRPr>
          </a:p>
          <a:p>
            <a:pPr marL="0" indent="0" algn="just">
              <a:lnSpc>
                <a:spcPct val="150000"/>
              </a:lnSpc>
            </a:pPr>
            <a:endParaRPr lang="en-US" sz="1400" b="0" dirty="0">
              <a:solidFill>
                <a:schemeClr val="accent2"/>
              </a:solidFill>
            </a:endParaRPr>
          </a:p>
          <a:p>
            <a:pPr marL="0" indent="0" algn="just">
              <a:lnSpc>
                <a:spcPct val="150000"/>
              </a:lnSpc>
            </a:pPr>
            <a:endParaRPr lang="en-US" sz="1400" b="0" dirty="0">
              <a:solidFill>
                <a:schemeClr val="accent2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0" dirty="0">
              <a:solidFill>
                <a:schemeClr val="accent2"/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BE494C2-133A-4197-87DB-AFF1D59C4328}"/>
              </a:ext>
            </a:extLst>
          </p:cNvPr>
          <p:cNvSpPr txBox="1">
            <a:spLocks/>
          </p:cNvSpPr>
          <p:nvPr/>
        </p:nvSpPr>
        <p:spPr bwMode="auto">
          <a:xfrm>
            <a:off x="393895" y="1134543"/>
            <a:ext cx="8224293" cy="459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accent2"/>
                </a:solidFill>
              </a:rPr>
              <a:t>-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0" dirty="0">
              <a:solidFill>
                <a:schemeClr val="accent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FC74C7-F221-45FD-A8AB-D92CCDA676AF}"/>
              </a:ext>
            </a:extLst>
          </p:cNvPr>
          <p:cNvSpPr/>
          <p:nvPr/>
        </p:nvSpPr>
        <p:spPr>
          <a:xfrm>
            <a:off x="214583" y="674609"/>
            <a:ext cx="1760418" cy="459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en-US" sz="1800" b="1" dirty="0">
                <a:solidFill>
                  <a:srgbClr val="00A5DF"/>
                </a:solidFill>
                <a:latin typeface="+mn-lt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286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363538" y="145520"/>
            <a:ext cx="8001934" cy="341343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Revision History</a:t>
            </a:r>
          </a:p>
        </p:txBody>
      </p:sp>
      <p:sp>
        <p:nvSpPr>
          <p:cNvPr id="20483" name="Slide Number Placeholder 1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defTabSz="712788">
              <a:defRPr sz="1400" b="1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1pPr>
            <a:lvl2pPr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2pPr>
            <a:lvl3pPr marL="11430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3pPr>
            <a:lvl4pPr marL="16002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4pPr>
            <a:lvl5pPr marL="20574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9pPr>
          </a:lstStyle>
          <a:p>
            <a:fld id="{68C891C2-9A0D-45EC-8340-ED50EC073E9A}" type="slidenum">
              <a:rPr lang="en-GB" altLang="en-US" sz="1000" b="0" smtClean="0">
                <a:solidFill>
                  <a:schemeClr val="tx1"/>
                </a:solidFill>
              </a:rPr>
              <a:pPr/>
              <a:t>4</a:t>
            </a:fld>
            <a:endParaRPr lang="en-GB" altLang="en-US" sz="1000" b="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765729-DA94-4513-AF50-142EC014C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092569"/>
              </p:ext>
            </p:extLst>
          </p:nvPr>
        </p:nvGraphicFramePr>
        <p:xfrm>
          <a:off x="681038" y="762872"/>
          <a:ext cx="786606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5117">
                  <a:extLst>
                    <a:ext uri="{9D8B030D-6E8A-4147-A177-3AD203B41FA5}">
                      <a16:colId xmlns:a16="http://schemas.microsoft.com/office/drawing/2014/main" val="3384817582"/>
                    </a:ext>
                  </a:extLst>
                </a:gridCol>
                <a:gridCol w="1383578">
                  <a:extLst>
                    <a:ext uri="{9D8B030D-6E8A-4147-A177-3AD203B41FA5}">
                      <a16:colId xmlns:a16="http://schemas.microsoft.com/office/drawing/2014/main" val="1872084909"/>
                    </a:ext>
                  </a:extLst>
                </a:gridCol>
                <a:gridCol w="5467368">
                  <a:extLst>
                    <a:ext uri="{9D8B030D-6E8A-4147-A177-3AD203B41FA5}">
                      <a16:colId xmlns:a16="http://schemas.microsoft.com/office/drawing/2014/main" val="1970550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Date Updated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03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25-Aug-2026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Initial version of 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580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78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CCE31A-3C88-4BC1-AC7D-2E4941F723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4838" y="634024"/>
            <a:ext cx="8438850" cy="84404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0" dirty="0"/>
              <a:t>Below picture is the user interface of </a:t>
            </a:r>
            <a:r>
              <a:rPr lang="en-US" sz="1600" dirty="0"/>
              <a:t>PW1100G Inspection Task_Caution Extraction Tool</a:t>
            </a:r>
            <a:r>
              <a:rPr lang="en-US" sz="1600" b="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0" indent="0"/>
            <a:endParaRPr lang="en-US" sz="1600" b="0" dirty="0"/>
          </a:p>
          <a:p>
            <a:pPr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0" indent="0"/>
            <a:endParaRPr lang="en-US" sz="1600" b="0" dirty="0"/>
          </a:p>
          <a:p>
            <a:pPr>
              <a:buFont typeface="Arial" panose="020B0604020202020204" pitchFamily="34" charset="0"/>
              <a:buChar char="•"/>
            </a:pPr>
            <a:endParaRPr lang="en-US" sz="1600" b="0" dirty="0"/>
          </a:p>
        </p:txBody>
      </p:sp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554838" y="73097"/>
            <a:ext cx="8001934" cy="476744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  <a:cs typeface="Effra" pitchFamily="34" charset="0"/>
              </a:rPr>
              <a:t>Tool Interface</a:t>
            </a:r>
          </a:p>
        </p:txBody>
      </p:sp>
      <p:sp>
        <p:nvSpPr>
          <p:cNvPr id="20483" name="Slide Number Placeholder 1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defTabSz="712788">
              <a:defRPr sz="1400" b="1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1pPr>
            <a:lvl2pPr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2pPr>
            <a:lvl3pPr marL="11430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3pPr>
            <a:lvl4pPr marL="16002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4pPr>
            <a:lvl5pPr marL="20574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9pPr>
          </a:lstStyle>
          <a:p>
            <a:fld id="{68C891C2-9A0D-45EC-8340-ED50EC073E9A}" type="slidenum">
              <a:rPr lang="en-GB" altLang="en-US" sz="1000" b="0" smtClean="0">
                <a:solidFill>
                  <a:schemeClr val="tx1"/>
                </a:solidFill>
              </a:rPr>
              <a:pPr/>
              <a:t>5</a:t>
            </a:fld>
            <a:endParaRPr lang="en-GB" altLang="en-US" sz="1000" b="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91D1F8-4DEE-4A88-B6CF-0D59F8F0E5C6}"/>
              </a:ext>
            </a:extLst>
          </p:cNvPr>
          <p:cNvSpPr txBox="1"/>
          <p:nvPr/>
        </p:nvSpPr>
        <p:spPr>
          <a:xfrm>
            <a:off x="3842748" y="4783136"/>
            <a:ext cx="1863029" cy="193899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dirty="0"/>
              <a:t>Tool User Interface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0ECE1-F3FC-3CB5-E158-3AFBE1B39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8" y="1266603"/>
            <a:ext cx="7983064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2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EE6F1-AA04-9D17-5E2F-FF8C1574F0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6</a:t>
            </a:fld>
            <a:endParaRPr lang="en-GB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FECD7-5394-9660-6456-CB7BB46EC759}"/>
              </a:ext>
            </a:extLst>
          </p:cNvPr>
          <p:cNvSpPr txBox="1"/>
          <p:nvPr/>
        </p:nvSpPr>
        <p:spPr>
          <a:xfrm>
            <a:off x="3880326" y="4690949"/>
            <a:ext cx="1863029" cy="193899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dirty="0"/>
              <a:t>Tool User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929B-3343-BA97-6880-A48E400B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15" y="1257076"/>
            <a:ext cx="8021169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8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64BD-2267-3199-21AD-D54C0151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EE235-0306-A9D7-5438-CA515C81DE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7</a:t>
            </a:fld>
            <a:endParaRPr lang="en-GB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17D97-0658-BB4A-5A8B-7C81D30AA730}"/>
              </a:ext>
            </a:extLst>
          </p:cNvPr>
          <p:cNvSpPr txBox="1"/>
          <p:nvPr/>
        </p:nvSpPr>
        <p:spPr>
          <a:xfrm>
            <a:off x="3880326" y="4690949"/>
            <a:ext cx="1863029" cy="193899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dirty="0"/>
              <a:t>Tool User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B31AD-DD0E-E566-5E35-7E09EE8EF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15" y="1257076"/>
            <a:ext cx="8021169" cy="3200847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1473469A-7B51-8214-7384-41F6C75A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83" y="388890"/>
            <a:ext cx="8001934" cy="476744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  <a:cs typeface="Effra" pitchFamily="34" charset="0"/>
              </a:rPr>
              <a:t>Inputs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3D6628C-5BD7-C347-5684-BE627FDF2952}"/>
              </a:ext>
            </a:extLst>
          </p:cNvPr>
          <p:cNvSpPr txBox="1">
            <a:spLocks/>
          </p:cNvSpPr>
          <p:nvPr/>
        </p:nvSpPr>
        <p:spPr bwMode="auto">
          <a:xfrm>
            <a:off x="5958845" y="1061958"/>
            <a:ext cx="168255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Manual Type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6BAE63-1B60-2EC0-DE58-2B329C360537}"/>
              </a:ext>
            </a:extLst>
          </p:cNvPr>
          <p:cNvCxnSpPr>
            <a:cxnSpLocks/>
          </p:cNvCxnSpPr>
          <p:nvPr/>
        </p:nvCxnSpPr>
        <p:spPr>
          <a:xfrm>
            <a:off x="6576164" y="1234996"/>
            <a:ext cx="0" cy="1282736"/>
          </a:xfrm>
          <a:prstGeom prst="straightConnector1">
            <a:avLst/>
          </a:prstGeom>
          <a:ln w="12700" cmpd="sng"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17D06D-F9CD-3074-7D94-902BFA66EDCD}"/>
              </a:ext>
            </a:extLst>
          </p:cNvPr>
          <p:cNvSpPr txBox="1">
            <a:spLocks/>
          </p:cNvSpPr>
          <p:nvPr/>
        </p:nvSpPr>
        <p:spPr bwMode="auto">
          <a:xfrm>
            <a:off x="5863018" y="3962553"/>
            <a:ext cx="2007706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Report Output location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F6998A-11A6-AB03-6A7B-757047C77F29}"/>
              </a:ext>
            </a:extLst>
          </p:cNvPr>
          <p:cNvCxnSpPr>
            <a:cxnSpLocks/>
          </p:cNvCxnSpPr>
          <p:nvPr/>
        </p:nvCxnSpPr>
        <p:spPr>
          <a:xfrm flipV="1">
            <a:off x="6653408" y="3332968"/>
            <a:ext cx="0" cy="575153"/>
          </a:xfrm>
          <a:prstGeom prst="straightConnector1">
            <a:avLst/>
          </a:prstGeom>
          <a:ln w="12700" cmpd="sng"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5EEDD626-E5F0-C202-70C5-3236D17DB463}"/>
              </a:ext>
            </a:extLst>
          </p:cNvPr>
          <p:cNvSpPr txBox="1">
            <a:spLocks/>
          </p:cNvSpPr>
          <p:nvPr/>
        </p:nvSpPr>
        <p:spPr bwMode="auto">
          <a:xfrm>
            <a:off x="3017320" y="3843599"/>
            <a:ext cx="168255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Manual Link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519752-AA78-1328-F701-3FB85197C400}"/>
              </a:ext>
            </a:extLst>
          </p:cNvPr>
          <p:cNvCxnSpPr>
            <a:cxnSpLocks/>
          </p:cNvCxnSpPr>
          <p:nvPr/>
        </p:nvCxnSpPr>
        <p:spPr>
          <a:xfrm flipV="1">
            <a:off x="3448840" y="2981195"/>
            <a:ext cx="0" cy="828806"/>
          </a:xfrm>
          <a:prstGeom prst="straightConnector1">
            <a:avLst/>
          </a:prstGeom>
          <a:ln w="12700" cmpd="sng"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814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C30D0-07E0-3C53-56C6-57FA03F3C0D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8</a:t>
            </a:fld>
            <a:endParaRPr lang="en-GB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0843F-D45B-A9A3-C1D4-21AD8C2C6377}"/>
              </a:ext>
            </a:extLst>
          </p:cNvPr>
          <p:cNvSpPr txBox="1"/>
          <p:nvPr/>
        </p:nvSpPr>
        <p:spPr>
          <a:xfrm>
            <a:off x="162839" y="629229"/>
            <a:ext cx="9144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Manual Selection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The Manual Type drop-down list allows the user to select the Manual from which cautions will be extracted.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Available options: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Engine Manual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Engine Manual CIR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SP 72-31 (EM &amp; CIR)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SP 72-51 (EM &amp; CIR)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Select the appropriate Manual type before entering the Manual link.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b="1" dirty="0"/>
              <a:t>2. Manual Link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The Manual Link field is used to enter the URL of the Manual page from which cautions need to be extracted.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Example:</a:t>
            </a:r>
          </a:p>
          <a:p>
            <a:pPr>
              <a:buNone/>
            </a:pPr>
            <a:r>
              <a:rPr lang="pt-BR" dirty="0">
                <a:solidFill>
                  <a:srgbClr val="00B0F0"/>
                </a:solidFill>
              </a:rPr>
              <a:t>http://127.0.0.1:8000/PW1000G-77445-19453-00/PW1000G-77445-16992-00.html                - EM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pt-BR" dirty="0">
                <a:solidFill>
                  <a:srgbClr val="00B0F0"/>
                </a:solidFill>
              </a:rPr>
              <a:t>http://127.0.0.1:8000/PW1000G-77445-19453-00/PW1000G-77445-15653-00.html                - EM-CIR</a:t>
            </a:r>
          </a:p>
          <a:p>
            <a:r>
              <a:rPr lang="en-US" dirty="0">
                <a:solidFill>
                  <a:srgbClr val="00B0F0"/>
                </a:solidFill>
              </a:rPr>
              <a:t>http://127.0.0.1:8002/PW1000G-77445-19155-00/                                                                                                 - SP 72-35 (EM &amp; CIR)</a:t>
            </a:r>
          </a:p>
          <a:p>
            <a:r>
              <a:rPr lang="en-US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http://127.0.0.1:8003/PW1000G-77445-19156-00/</a:t>
            </a:r>
            <a:r>
              <a:rPr lang="en-US" dirty="0">
                <a:solidFill>
                  <a:srgbClr val="00B0F0"/>
                </a:solidFill>
              </a:rPr>
              <a:t>                                                                                                 - SP 72-51 (EM &amp; CIR)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B4BED2CD-EDBB-8546-8A39-C0464029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Tool functionality</a:t>
            </a:r>
            <a:endParaRPr lang="en-US" altLang="en-US" sz="1600" dirty="0">
              <a:latin typeface="Eff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37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03E69-1DBD-E723-5A61-78C87FCBAB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9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38A4B2-67F0-7B67-E8EA-40146541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EM Link</a:t>
            </a:r>
            <a:endParaRPr lang="en-US" altLang="en-US" sz="1600" dirty="0">
              <a:latin typeface="Eff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8E21E-A92B-905D-ED59-D25871E29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8" y="513567"/>
            <a:ext cx="8512287" cy="4101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1FF75A-05C9-DF48-736C-3E8B23D8E0CF}"/>
              </a:ext>
            </a:extLst>
          </p:cNvPr>
          <p:cNvSpPr txBox="1"/>
          <p:nvPr/>
        </p:nvSpPr>
        <p:spPr>
          <a:xfrm>
            <a:off x="481402" y="4788555"/>
            <a:ext cx="8424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For the Engine Manual link, only tasks with INFORMATION CODE "-3xx" are fetched, and cautions are extracted from those task pages.</a:t>
            </a:r>
          </a:p>
        </p:txBody>
      </p:sp>
    </p:spTree>
    <p:extLst>
      <p:ext uri="{BB962C8B-B14F-4D97-AF65-F5344CB8AC3E}">
        <p14:creationId xmlns:p14="http://schemas.microsoft.com/office/powerpoint/2010/main" val="43374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59BF7-5E3B-A5EC-BA60-FED597D0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01240-5C4F-1D6D-516B-E2C8C020ABC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10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78DDE8-F29F-E921-5F7B-8DC6E7A8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EM CIR Link</a:t>
            </a:r>
            <a:endParaRPr lang="en-US" altLang="en-US" sz="1600" dirty="0">
              <a:latin typeface="Eff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6B00C0-9659-36F7-74EE-69C579A35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9" y="629229"/>
            <a:ext cx="8311869" cy="445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8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23C14-5863-810C-9802-BF541C8E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3C7CE-F30C-7B04-F4F0-A3DFE92CED7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11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6E6185-53F0-CDFA-A12B-7DD7263D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SP 72-35 (EM &amp; CIR) Link</a:t>
            </a:r>
            <a:endParaRPr lang="en-US" altLang="en-US" sz="1600" dirty="0">
              <a:latin typeface="Eff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35DE5A-78DD-20D9-0FE0-623B283AB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85" y="629229"/>
            <a:ext cx="5607028" cy="35419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991C23-5EB1-74AB-36DA-FB336259AD83}"/>
              </a:ext>
            </a:extLst>
          </p:cNvPr>
          <p:cNvSpPr txBox="1"/>
          <p:nvPr/>
        </p:nvSpPr>
        <p:spPr>
          <a:xfrm>
            <a:off x="518980" y="4258329"/>
            <a:ext cx="84246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For SP 72-35 Manual Link, Cautions are retrieved from </a:t>
            </a:r>
            <a:r>
              <a:rPr lang="en-US" sz="1400" b="1" dirty="0">
                <a:solidFill>
                  <a:srgbClr val="00B0F0"/>
                </a:solidFill>
              </a:rPr>
              <a:t>Engine Manual </a:t>
            </a:r>
            <a:r>
              <a:rPr lang="en-US" sz="1400" dirty="0">
                <a:solidFill>
                  <a:srgbClr val="00B0F0"/>
                </a:solidFill>
              </a:rPr>
              <a:t>&amp; </a:t>
            </a:r>
            <a:r>
              <a:rPr lang="en-US" sz="1400" b="1" dirty="0">
                <a:solidFill>
                  <a:srgbClr val="00B0F0"/>
                </a:solidFill>
              </a:rPr>
              <a:t>CIR</a:t>
            </a:r>
            <a:r>
              <a:rPr lang="en-US" sz="1400" dirty="0">
                <a:solidFill>
                  <a:srgbClr val="00B0F0"/>
                </a:solidFill>
              </a:rPr>
              <a:t>.</a:t>
            </a:r>
          </a:p>
          <a:p>
            <a:r>
              <a:rPr lang="en-US" dirty="0">
                <a:solidFill>
                  <a:srgbClr val="00B0F0"/>
                </a:solidFill>
              </a:rPr>
              <a:t>For the Engine Manual link, only tasks with INFORMATION CODE "-3xx" are fetched, and cautions are extracted from those task pages.</a:t>
            </a:r>
          </a:p>
        </p:txBody>
      </p:sp>
    </p:spTree>
    <p:extLst>
      <p:ext uri="{BB962C8B-B14F-4D97-AF65-F5344CB8AC3E}">
        <p14:creationId xmlns:p14="http://schemas.microsoft.com/office/powerpoint/2010/main" val="372590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13E11-F218-5104-89B6-19014B5C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627D9-8126-284A-C9AE-7DB5A30B81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12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8B5A71-67E1-7616-942F-16BCB2D4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SP 72-51 (EM &amp; CIR) Link</a:t>
            </a:r>
            <a:endParaRPr lang="en-US" altLang="en-US" sz="1600" dirty="0">
              <a:latin typeface="Eff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092EED-EF48-D7F9-D997-831D9F815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79" y="629228"/>
            <a:ext cx="5574081" cy="35294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4DD181-9965-E758-F4F0-CEB6D74B472F}"/>
              </a:ext>
            </a:extLst>
          </p:cNvPr>
          <p:cNvSpPr txBox="1"/>
          <p:nvPr/>
        </p:nvSpPr>
        <p:spPr>
          <a:xfrm>
            <a:off x="518980" y="4258329"/>
            <a:ext cx="84246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For SP 72-51 Manual Link, Cautions are retrieved from </a:t>
            </a:r>
            <a:r>
              <a:rPr lang="en-US" sz="1400" b="1" dirty="0">
                <a:solidFill>
                  <a:srgbClr val="00B0F0"/>
                </a:solidFill>
              </a:rPr>
              <a:t>Engine Manual</a:t>
            </a:r>
            <a:r>
              <a:rPr lang="en-US" sz="1400" dirty="0">
                <a:solidFill>
                  <a:srgbClr val="00B0F0"/>
                </a:solidFill>
              </a:rPr>
              <a:t> &amp; </a:t>
            </a:r>
            <a:r>
              <a:rPr lang="en-US" sz="1400" b="1" dirty="0">
                <a:solidFill>
                  <a:srgbClr val="00B0F0"/>
                </a:solidFill>
              </a:rPr>
              <a:t>CIR</a:t>
            </a:r>
            <a:r>
              <a:rPr lang="en-US" sz="1400" dirty="0">
                <a:solidFill>
                  <a:srgbClr val="00B0F0"/>
                </a:solidFill>
              </a:rPr>
              <a:t>.</a:t>
            </a:r>
          </a:p>
          <a:p>
            <a:r>
              <a:rPr lang="en-US" dirty="0">
                <a:solidFill>
                  <a:srgbClr val="00B0F0"/>
                </a:solidFill>
              </a:rPr>
              <a:t>For the Engine Manual link, only tasks with INFORMATION CODE "-3xx" are fetched, and cautions are extracted from those task pages.</a:t>
            </a:r>
          </a:p>
        </p:txBody>
      </p:sp>
    </p:spTree>
    <p:extLst>
      <p:ext uri="{BB962C8B-B14F-4D97-AF65-F5344CB8AC3E}">
        <p14:creationId xmlns:p14="http://schemas.microsoft.com/office/powerpoint/2010/main" val="385263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B500-BDE9-AF4D-7E46-5542A0782C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13</a:t>
            </a:fld>
            <a:endParaRPr lang="en-GB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6E202-FDEB-9DFD-B5F1-B56151B9E1B4}"/>
              </a:ext>
            </a:extLst>
          </p:cNvPr>
          <p:cNvSpPr txBox="1"/>
          <p:nvPr/>
        </p:nvSpPr>
        <p:spPr>
          <a:xfrm>
            <a:off x="363538" y="700413"/>
            <a:ext cx="844225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Ensure that the Engine Manual link corresponds to the Manual type selected in the drop-down list.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NOTE</a:t>
            </a:r>
            <a:r>
              <a:rPr lang="en-US" dirty="0">
                <a:solidFill>
                  <a:srgbClr val="00B0F0"/>
                </a:solidFill>
              </a:rPr>
              <a:t> :  The port numbers may change</a:t>
            </a:r>
            <a:endParaRPr lang="en-US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3. Output Location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The Output location specifies the path where the extracted Cautions report will be generated.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Users may enter the full file path or browse to the desired location.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Example:</a:t>
            </a:r>
          </a:p>
          <a:p>
            <a:pPr rtl="0">
              <a:buNone/>
            </a:pPr>
            <a:r>
              <a:rPr lang="en-US" dirty="0">
                <a:solidFill>
                  <a:srgbClr val="00B0F0"/>
                </a:solidFill>
              </a:rPr>
              <a:t>D:\Reports\CautionList.xlsx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400" b="1" dirty="0"/>
              <a:t>4. </a:t>
            </a:r>
            <a:r>
              <a:rPr lang="en-US" b="1" dirty="0"/>
              <a:t>Run</a:t>
            </a:r>
            <a:r>
              <a:rPr lang="en-US" sz="1400" b="1" dirty="0"/>
              <a:t> Button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Click Run Button to begin the extraction process.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The tool will: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Open the specified Manual Link in the background.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Scan the Link for task pages.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Extract cautions from these task pages.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Generate the report at the specified location.</a:t>
            </a:r>
          </a:p>
        </p:txBody>
      </p:sp>
    </p:spTree>
    <p:extLst>
      <p:ext uri="{BB962C8B-B14F-4D97-AF65-F5344CB8AC3E}">
        <p14:creationId xmlns:p14="http://schemas.microsoft.com/office/powerpoint/2010/main" val="136576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522007" y="246354"/>
            <a:ext cx="8001934" cy="476744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  <a:cs typeface="Effra" pitchFamily="34" charset="0"/>
              </a:rPr>
              <a:t>Output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7FE8E-8C5D-4FB2-B7C8-1970D7CA26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14</a:t>
            </a:fld>
            <a:endParaRPr lang="en-GB" altLang="en-US" dirty="0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F09B7482-E031-4C33-ACED-3841E808E88A}"/>
              </a:ext>
            </a:extLst>
          </p:cNvPr>
          <p:cNvSpPr txBox="1">
            <a:spLocks/>
          </p:cNvSpPr>
          <p:nvPr/>
        </p:nvSpPr>
        <p:spPr bwMode="auto">
          <a:xfrm>
            <a:off x="998538" y="709972"/>
            <a:ext cx="168255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b="0" dirty="0">
                <a:solidFill>
                  <a:schemeClr val="bg2">
                    <a:lumMod val="10000"/>
                  </a:schemeClr>
                </a:solidFill>
              </a:rPr>
              <a:t>Cautions Report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E322A7AD-A3A7-467E-A07F-8011016994D3}"/>
              </a:ext>
            </a:extLst>
          </p:cNvPr>
          <p:cNvSpPr txBox="1">
            <a:spLocks/>
          </p:cNvSpPr>
          <p:nvPr/>
        </p:nvSpPr>
        <p:spPr bwMode="auto">
          <a:xfrm>
            <a:off x="3730723" y="1502921"/>
            <a:ext cx="168255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en-US" sz="1400" b="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7ED6E1-F6D4-8AE6-9E36-8A3F2CD8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38" y="961321"/>
            <a:ext cx="1190791" cy="12765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798E23-871F-5153-9BE6-B3494B5BD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81" y="2455781"/>
            <a:ext cx="8354860" cy="285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5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E494C2-133A-4197-87DB-AFF1D59C43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04372" y="1455371"/>
            <a:ext cx="4935255" cy="1175096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sz="1200" dirty="0"/>
              <a:t>IHI</a:t>
            </a:r>
            <a:r>
              <a:rPr lang="en-US" sz="1200" b="0" dirty="0"/>
              <a:t>    		Tatsuya Ito-San 	</a:t>
            </a:r>
            <a:r>
              <a:rPr lang="en-US" sz="1200" b="0" dirty="0">
                <a:hlinkClick r:id="rId2"/>
              </a:rPr>
              <a:t>ito0114@ihi-g.com</a:t>
            </a:r>
            <a:endParaRPr lang="en-US" sz="1200" b="0" dirty="0"/>
          </a:p>
          <a:p>
            <a:pPr marL="0" indent="0">
              <a:lnSpc>
                <a:spcPct val="150000"/>
              </a:lnSpc>
            </a:pPr>
            <a:r>
              <a:rPr lang="en-US" sz="1200" dirty="0"/>
              <a:t>CYIENT Onsite </a:t>
            </a:r>
            <a:r>
              <a:rPr lang="en-US" sz="1200" b="0" dirty="0"/>
              <a:t>	Suraj Prakash</a:t>
            </a:r>
            <a:r>
              <a:rPr lang="en-US" sz="1200" b="0"/>
              <a:t>	</a:t>
            </a:r>
            <a:r>
              <a:rPr lang="en-US" sz="1200" b="0">
                <a:hlinkClick r:id="rId3"/>
              </a:rPr>
              <a:t>prakash7808@ihi-g.com</a:t>
            </a:r>
            <a:endParaRPr lang="en-US" sz="1200" b="0" dirty="0"/>
          </a:p>
          <a:p>
            <a:pPr marL="0" indent="0">
              <a:lnSpc>
                <a:spcPct val="150000"/>
              </a:lnSpc>
            </a:pPr>
            <a:r>
              <a:rPr lang="en-US" sz="1200" dirty="0"/>
              <a:t>CYIENT Offshore </a:t>
            </a:r>
            <a:r>
              <a:rPr lang="en-US" sz="1200" b="0" dirty="0"/>
              <a:t>	Veerendra Kotari	</a:t>
            </a:r>
            <a:r>
              <a:rPr lang="en-US" sz="1200" b="0" dirty="0">
                <a:hlinkClick r:id="rId4"/>
              </a:rPr>
              <a:t>Veerendra.Kotari@cyient.com</a:t>
            </a:r>
            <a:endParaRPr lang="en-US" sz="1200" b="0" dirty="0"/>
          </a:p>
          <a:p>
            <a:pPr marL="0" indent="0">
              <a:lnSpc>
                <a:spcPct val="150000"/>
              </a:lnSpc>
            </a:pPr>
            <a:endParaRPr lang="pt-BR" sz="12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67E03-8311-4878-A0F4-83A51F6C32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15</a:t>
            </a:fld>
            <a:endParaRPr lang="en-GB" alt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E22D8D7-B261-487B-BE5C-95FC09F51493}"/>
              </a:ext>
            </a:extLst>
          </p:cNvPr>
          <p:cNvSpPr txBox="1">
            <a:spLocks/>
          </p:cNvSpPr>
          <p:nvPr/>
        </p:nvSpPr>
        <p:spPr bwMode="auto">
          <a:xfrm>
            <a:off x="473902" y="33822"/>
            <a:ext cx="7965738" cy="44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rgbClr val="00A5DF"/>
                </a:solidFill>
                <a:latin typeface="Effra"/>
                <a:ea typeface="MS PGothic" pitchFamily="34" charset="-128"/>
                <a:cs typeface="Effra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1800" dirty="0">
                <a:latin typeface="Effra" pitchFamily="34" charset="0"/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638767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/>
          <p:cNvSpPr>
            <a:spLocks noChangeArrowheads="1"/>
          </p:cNvSpPr>
          <p:nvPr/>
        </p:nvSpPr>
        <p:spPr bwMode="auto">
          <a:xfrm>
            <a:off x="655638" y="1122363"/>
            <a:ext cx="275498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899" name="Rectangle 5"/>
          <p:cNvSpPr>
            <a:spLocks noChangeArrowheads="1"/>
          </p:cNvSpPr>
          <p:nvPr/>
        </p:nvSpPr>
        <p:spPr bwMode="auto">
          <a:xfrm>
            <a:off x="655638" y="2282825"/>
            <a:ext cx="2557462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eaLnBrk="1" hangingPunct="1"/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 u </a:t>
            </a:r>
            <a:r>
              <a:rPr lang="en-US" alt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</a:p>
          <a:p>
            <a:pPr eaLnBrk="1" hangingPunct="1"/>
            <a:r>
              <a:rPr lang="ja-JP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ありがとうございました</a:t>
            </a:r>
            <a:endParaRPr lang="en-US" altLang="ja-JP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ar-SA" alt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شكرا</a:t>
            </a:r>
            <a:endParaRPr lang="en-US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AE2C9-144D-4638-B388-2744DB6B7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DD3993-69B2-42D4-A33C-1B42906A94F6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59082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3f99df2537edf59afc0e2b465b760d4e1ecf4"/>
</p:tagLst>
</file>

<file path=ppt/theme/theme1.xml><?xml version="1.0" encoding="utf-8"?>
<a:theme xmlns:a="http://schemas.openxmlformats.org/drawingml/2006/main" name="Cyient_PPT_V1">
  <a:themeElements>
    <a:clrScheme name="Cyient">
      <a:dk1>
        <a:srgbClr val="53565A"/>
      </a:dk1>
      <a:lt1>
        <a:sysClr val="window" lastClr="FFFFFF"/>
      </a:lt1>
      <a:dk2>
        <a:srgbClr val="75787B"/>
      </a:dk2>
      <a:lt2>
        <a:srgbClr val="D9D9D6"/>
      </a:lt2>
      <a:accent1>
        <a:srgbClr val="009CA6"/>
      </a:accent1>
      <a:accent2>
        <a:srgbClr val="00A5DF"/>
      </a:accent2>
      <a:accent3>
        <a:srgbClr val="93C90E"/>
      </a:accent3>
      <a:accent4>
        <a:srgbClr val="7F35B2"/>
      </a:accent4>
      <a:accent5>
        <a:srgbClr val="F8485E"/>
      </a:accent5>
      <a:accent6>
        <a:srgbClr val="FFA300"/>
      </a:accent6>
      <a:hlink>
        <a:srgbClr val="3C3C3B"/>
      </a:hlink>
      <a:folHlink>
        <a:srgbClr val="3C3C3B"/>
      </a:folHlink>
    </a:clrScheme>
    <a:fontScheme name="Cyient Fonts">
      <a:majorFont>
        <a:latin typeface="Effra Medium"/>
        <a:ea typeface=""/>
        <a:cs typeface=""/>
      </a:majorFont>
      <a:minorFont>
        <a:latin typeface="Eff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 w="12700" cmpd="sng"/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0000"/>
          </a:lnSpc>
          <a:defRPr sz="14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YIENT_PPT_Template_final_2016" id="{AF31BE8D-4D2A-3741-9ED7-F892C3366A07}" vid="{BDE99599-4FDC-2A45-86F9-4B8C74648812}"/>
    </a:ext>
  </a:extLst>
</a:theme>
</file>

<file path=ppt/theme/theme2.xml><?xml version="1.0" encoding="utf-8"?>
<a:theme xmlns:a="http://schemas.openxmlformats.org/drawingml/2006/main" name="1_Cyient_PPT_V1">
  <a:themeElements>
    <a:clrScheme name="Cyient">
      <a:dk1>
        <a:srgbClr val="53565A"/>
      </a:dk1>
      <a:lt1>
        <a:sysClr val="window" lastClr="FFFFFF"/>
      </a:lt1>
      <a:dk2>
        <a:srgbClr val="75787B"/>
      </a:dk2>
      <a:lt2>
        <a:srgbClr val="D9D9D6"/>
      </a:lt2>
      <a:accent1>
        <a:srgbClr val="009CA6"/>
      </a:accent1>
      <a:accent2>
        <a:srgbClr val="00A5DF"/>
      </a:accent2>
      <a:accent3>
        <a:srgbClr val="93C90E"/>
      </a:accent3>
      <a:accent4>
        <a:srgbClr val="7F35B2"/>
      </a:accent4>
      <a:accent5>
        <a:srgbClr val="F8485E"/>
      </a:accent5>
      <a:accent6>
        <a:srgbClr val="FFA300"/>
      </a:accent6>
      <a:hlink>
        <a:srgbClr val="3C3C3B"/>
      </a:hlink>
      <a:folHlink>
        <a:srgbClr val="3C3C3B"/>
      </a:folHlink>
    </a:clrScheme>
    <a:fontScheme name="Cyient Fonts">
      <a:majorFont>
        <a:latin typeface="Effra Medium"/>
        <a:ea typeface=""/>
        <a:cs typeface=""/>
      </a:majorFont>
      <a:minorFont>
        <a:latin typeface="Eff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 w="12700" cmpd="sng"/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0000"/>
          </a:lnSpc>
          <a:defRPr sz="14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YIENT_PPT_Template_final_2016" id="{AF31BE8D-4D2A-3741-9ED7-F892C3366A07}" vid="{BDE99599-4FDC-2A45-86F9-4B8C7464881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F239F2ED0534CBEE452B336985728" ma:contentTypeVersion="4" ma:contentTypeDescription="Create a new document." ma:contentTypeScope="" ma:versionID="6a7824fc007c3b206678c4e4d6201abd">
  <xsd:schema xmlns:xsd="http://www.w3.org/2001/XMLSchema" xmlns:xs="http://www.w3.org/2001/XMLSchema" xmlns:p="http://schemas.microsoft.com/office/2006/metadata/properties" xmlns:ns1="http://schemas.microsoft.com/sharepoint/v3" xmlns:ns2="2613b0ce-4e5a-4068-84c6-4aae3ccc9c8a" xmlns:ns3="077667ae-fd08-4bd8-a603-c9f8c202c5e0" targetNamespace="http://schemas.microsoft.com/office/2006/metadata/properties" ma:root="true" ma:fieldsID="86c3fa7aeb19401307e35c1f80bf319a" ns1:_="" ns2:_="" ns3:_="">
    <xsd:import namespace="http://schemas.microsoft.com/sharepoint/v3"/>
    <xsd:import namespace="2613b0ce-4e5a-4068-84c6-4aae3ccc9c8a"/>
    <xsd:import namespace="077667ae-fd08-4bd8-a603-c9f8c202c5e0"/>
    <xsd:element name="properties">
      <xsd:complexType>
        <xsd:sequence>
          <xsd:element name="documentManagement">
            <xsd:complexType>
              <xsd:all>
                <xsd:element ref="ns1:KpiDescription" minOccurs="0"/>
                <xsd:element ref="ns2:DocumentTypeTaxHTField0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KpiDescription" ma:index="8" nillable="true" ma:displayName="Description" ma:description="The description provides information about the purpose of the goal." ma:internalName="Kpi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3b0ce-4e5a-4068-84c6-4aae3ccc9c8a" elementFormDefault="qualified">
    <xsd:import namespace="http://schemas.microsoft.com/office/2006/documentManagement/types"/>
    <xsd:import namespace="http://schemas.microsoft.com/office/infopath/2007/PartnerControls"/>
    <xsd:element name="DocumentTypeTaxHTField0" ma:index="10" nillable="true" ma:taxonomy="true" ma:internalName="DocumentTypeTaxHTField0" ma:taxonomyFieldName="DocumentType" ma:displayName="Doc Type" ma:default="" ma:fieldId="{b38e73fa-3fa4-4cc9-bd77-dbd76d21d008}" ma:sspId="adf4fa4d-29e6-4218-a706-098c789e0c3a" ma:termSetId="b986a70f-bbc1-4b23-a752-1ebd832cc25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7667ae-fd08-4bd8-a603-c9f8c202c5e0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description="" ma:hidden="true" ma:list="{54b4bec0-9b44-4159-a93d-d17114ade7e6}" ma:internalName="TaxCatchAll" ma:showField="CatchAllData" ma:web="8169b5a4-8bd4-4642-af7c-d5cc304704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77667ae-fd08-4bd8-a603-c9f8c202c5e0">
      <Value>2720</Value>
    </TaxCatchAll>
    <KpiDescription xmlns="http://schemas.microsoft.com/sharepoint/v3" xsi:nil="true"/>
    <DocumentTypeTaxHTField0 xmlns="2613b0ce-4e5a-4068-84c6-4aae3ccc9c8a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c7776749-3f71-458e-9ba5-93d6c492bea1</TermId>
        </TermInfo>
      </Terms>
    </DocumentTypeTaxHTField0>
  </documentManagement>
</p:properties>
</file>

<file path=customXml/itemProps1.xml><?xml version="1.0" encoding="utf-8"?>
<ds:datastoreItem xmlns:ds="http://schemas.openxmlformats.org/officeDocument/2006/customXml" ds:itemID="{EC84B35E-1715-4D43-A2FB-C60A345888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FB943C-7FAA-4048-9A7F-254B30072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613b0ce-4e5a-4068-84c6-4aae3ccc9c8a"/>
    <ds:schemaRef ds:uri="077667ae-fd08-4bd8-a603-c9f8c202c5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FFBBF1-4683-4EE9-8FE4-EED661D9A09E}">
  <ds:schemaRefs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sharepoint/v3"/>
    <ds:schemaRef ds:uri="077667ae-fd08-4bd8-a603-c9f8c202c5e0"/>
    <ds:schemaRef ds:uri="2613b0ce-4e5a-4068-84c6-4aae3ccc9c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Cyient_PPT_V1.potx</Template>
  <TotalTime>1663</TotalTime>
  <Words>596</Words>
  <Application>Microsoft Office PowerPoint</Application>
  <PresentationFormat>On-screen Show (16:10)</PresentationFormat>
  <Paragraphs>142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Unicode MS</vt:lpstr>
      <vt:lpstr>Courier New</vt:lpstr>
      <vt:lpstr>Cyient Medium</vt:lpstr>
      <vt:lpstr>Effra</vt:lpstr>
      <vt:lpstr>Lucida Grande</vt:lpstr>
      <vt:lpstr>Cyient_PPT_V1</vt:lpstr>
      <vt:lpstr>1_Cyient_PPT_V1</vt:lpstr>
      <vt:lpstr>PW1100G Inspection Task_Caution Extraction Tool</vt:lpstr>
      <vt:lpstr>PowerPoint Presentation</vt:lpstr>
      <vt:lpstr>Background and Objective</vt:lpstr>
      <vt:lpstr>Revision History</vt:lpstr>
      <vt:lpstr>Tool Interface</vt:lpstr>
      <vt:lpstr>PowerPoint Presentation</vt:lpstr>
      <vt:lpstr>Inputs</vt:lpstr>
      <vt:lpstr>Tool functionality</vt:lpstr>
      <vt:lpstr>EM Link</vt:lpstr>
      <vt:lpstr>EM CIR Link</vt:lpstr>
      <vt:lpstr>SP 72-35 (EM &amp; CIR) Link</vt:lpstr>
      <vt:lpstr>SP 72-51 (EM &amp; CIR) Link</vt:lpstr>
      <vt:lpstr>PowerPoint Presentation</vt:lpstr>
      <vt:lpstr>Output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to Pratt&amp;Whitney</dc:title>
  <dc:creator>Veerendra Kotari</dc:creator>
  <cp:lastModifiedBy>Ganikapudi, Shamsundar (Cyient)</cp:lastModifiedBy>
  <cp:revision>388</cp:revision>
  <cp:lastPrinted>2014-03-03T14:48:47Z</cp:lastPrinted>
  <dcterms:created xsi:type="dcterms:W3CDTF">2016-01-05T09:59:59Z</dcterms:created>
  <dcterms:modified xsi:type="dcterms:W3CDTF">2026-08-24T11:26:12Z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0x010100AADF239F2ED0534CBEE452B336985728</vt:lpwstr>
  </property>
  <property fmtid="{D5CDD505-2E9C-101B-9397-08002B2CF9AE}" pid="3" name="DocumentType">
    <vt:lpwstr>2720;#Presentation|c7776749-3f71-458e-9ba5-93d6c492bea1</vt:lpwstr>
  </property>
  <property fmtid="{D5CDD505-2E9C-101B-9397-08002B2CF9AE}" pid="4" name="MSIP_Label_0cb49050-d2ca-4b82-83d8-3fed8b20fa0b_Enabled">
    <vt:lpwstr>true</vt:lpwstr>
  </property>
  <property fmtid="{D5CDD505-2E9C-101B-9397-08002B2CF9AE}" pid="5" name="MSIP_Label_0cb49050-d2ca-4b82-83d8-3fed8b20fa0b_SetDate">
    <vt:lpwstr>2023-05-24T09:50:00Z</vt:lpwstr>
  </property>
  <property fmtid="{D5CDD505-2E9C-101B-9397-08002B2CF9AE}" pid="6" name="MSIP_Label_0cb49050-d2ca-4b82-83d8-3fed8b20fa0b_Method">
    <vt:lpwstr>Standard</vt:lpwstr>
  </property>
  <property fmtid="{D5CDD505-2E9C-101B-9397-08002B2CF9AE}" pid="7" name="MSIP_Label_0cb49050-d2ca-4b82-83d8-3fed8b20fa0b_Name">
    <vt:lpwstr>Public</vt:lpwstr>
  </property>
  <property fmtid="{D5CDD505-2E9C-101B-9397-08002B2CF9AE}" pid="8" name="MSIP_Label_0cb49050-d2ca-4b82-83d8-3fed8b20fa0b_SiteId">
    <vt:lpwstr>2d6b0cf3-57fa-4619-abf9-d13e1ef2352a</vt:lpwstr>
  </property>
  <property fmtid="{D5CDD505-2E9C-101B-9397-08002B2CF9AE}" pid="9" name="MSIP_Label_0cb49050-d2ca-4b82-83d8-3fed8b20fa0b_ActionId">
    <vt:lpwstr>d82a26d2-ca7c-43c5-8b3c-3d6f10252998</vt:lpwstr>
  </property>
  <property fmtid="{D5CDD505-2E9C-101B-9397-08002B2CF9AE}" pid="10" name="MSIP_Label_0cb49050-d2ca-4b82-83d8-3fed8b20fa0b_ContentBits">
    <vt:lpwstr>0</vt:lpwstr>
  </property>
  <property fmtid="{D5CDD505-2E9C-101B-9397-08002B2CF9AE}" pid="11" name="MSIP_Label_3ff30b04-956c-44fa-8cae-8da9c421c2aa_Enabled">
    <vt:lpwstr>true</vt:lpwstr>
  </property>
  <property fmtid="{D5CDD505-2E9C-101B-9397-08002B2CF9AE}" pid="12" name="MSIP_Label_3ff30b04-956c-44fa-8cae-8da9c421c2aa_SetDate">
    <vt:lpwstr>2026-03-09T06:54:13Z</vt:lpwstr>
  </property>
  <property fmtid="{D5CDD505-2E9C-101B-9397-08002B2CF9AE}" pid="13" name="MSIP_Label_3ff30b04-956c-44fa-8cae-8da9c421c2aa_Method">
    <vt:lpwstr>Privileged</vt:lpwstr>
  </property>
  <property fmtid="{D5CDD505-2E9C-101B-9397-08002B2CF9AE}" pid="14" name="MSIP_Label_3ff30b04-956c-44fa-8cae-8da9c421c2aa_Name">
    <vt:lpwstr>Public</vt:lpwstr>
  </property>
  <property fmtid="{D5CDD505-2E9C-101B-9397-08002B2CF9AE}" pid="15" name="MSIP_Label_3ff30b04-956c-44fa-8cae-8da9c421c2aa_SiteId">
    <vt:lpwstr>37a72eb7-1faf-49d3-9ddc-6b923b751bc0</vt:lpwstr>
  </property>
  <property fmtid="{D5CDD505-2E9C-101B-9397-08002B2CF9AE}" pid="16" name="MSIP_Label_3ff30b04-956c-44fa-8cae-8da9c421c2aa_ActionId">
    <vt:lpwstr>84246d5d-1c9b-48c7-9ead-6e7050afeb94</vt:lpwstr>
  </property>
  <property fmtid="{D5CDD505-2E9C-101B-9397-08002B2CF9AE}" pid="17" name="MSIP_Label_3ff30b04-956c-44fa-8cae-8da9c421c2aa_ContentBits">
    <vt:lpwstr>0</vt:lpwstr>
  </property>
  <property fmtid="{D5CDD505-2E9C-101B-9397-08002B2CF9AE}" pid="18" name="MSIP_Label_3ff30b04-956c-44fa-8cae-8da9c421c2aa_Tag">
    <vt:lpwstr>10, 0, 1, 1</vt:lpwstr>
  </property>
</Properties>
</file>